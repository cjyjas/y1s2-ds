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68" r:id="rId4"/>
    <p:sldId id="258" r:id="rId5"/>
    <p:sldId id="259" r:id="rId6"/>
    <p:sldId id="260" r:id="rId7"/>
    <p:sldId id="267" r:id="rId8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424018E-3CF7-4FF9-B430-46732650C371}" v="13" dt="2025-03-14T03:28:52.561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105" d="100"/>
          <a:sy n="105" d="100"/>
        </p:scale>
        <p:origin x="1794" y="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Relationship Id="rId14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BRYAN RAJ A/L PETER JABARAJ" userId="b431f05d-1cc8-4a92-8bb9-a4adab6ff29a" providerId="ADAL" clId="{DB9C187A-C760-48B6-BCE1-F4DBCF506BE7}"/>
    <pc:docChg chg="undo custSel modSld">
      <pc:chgData name="BRYAN RAJ A/L PETER JABARAJ" userId="b431f05d-1cc8-4a92-8bb9-a4adab6ff29a" providerId="ADAL" clId="{DB9C187A-C760-48B6-BCE1-F4DBCF506BE7}" dt="2024-03-01T04:48:24.874" v="570" actId="20577"/>
      <pc:docMkLst>
        <pc:docMk/>
      </pc:docMkLst>
      <pc:sldChg chg="modSp">
        <pc:chgData name="BRYAN RAJ A/L PETER JABARAJ" userId="b431f05d-1cc8-4a92-8bb9-a4adab6ff29a" providerId="ADAL" clId="{DB9C187A-C760-48B6-BCE1-F4DBCF506BE7}" dt="2024-03-01T04:29:17.413" v="208" actId="20577"/>
        <pc:sldMkLst>
          <pc:docMk/>
          <pc:sldMk cId="0" sldId="256"/>
        </pc:sldMkLst>
      </pc:sldChg>
      <pc:sldChg chg="modSp">
        <pc:chgData name="BRYAN RAJ A/L PETER JABARAJ" userId="b431f05d-1cc8-4a92-8bb9-a4adab6ff29a" providerId="ADAL" clId="{DB9C187A-C760-48B6-BCE1-F4DBCF506BE7}" dt="2024-03-01T04:30:12.065" v="230" actId="20577"/>
        <pc:sldMkLst>
          <pc:docMk/>
          <pc:sldMk cId="0" sldId="257"/>
        </pc:sldMkLst>
      </pc:sldChg>
      <pc:sldChg chg="modSp">
        <pc:chgData name="BRYAN RAJ A/L PETER JABARAJ" userId="b431f05d-1cc8-4a92-8bb9-a4adab6ff29a" providerId="ADAL" clId="{DB9C187A-C760-48B6-BCE1-F4DBCF506BE7}" dt="2024-03-01T04:48:24.874" v="570" actId="20577"/>
        <pc:sldMkLst>
          <pc:docMk/>
          <pc:sldMk cId="0" sldId="259"/>
        </pc:sldMkLst>
      </pc:sldChg>
      <pc:sldChg chg="addSp delSp modSp">
        <pc:chgData name="BRYAN RAJ A/L PETER JABARAJ" userId="b431f05d-1cc8-4a92-8bb9-a4adab6ff29a" providerId="ADAL" clId="{DB9C187A-C760-48B6-BCE1-F4DBCF506BE7}" dt="2024-03-01T04:47:28.389" v="568" actId="20577"/>
        <pc:sldMkLst>
          <pc:docMk/>
          <pc:sldMk cId="1999727876" sldId="268"/>
        </pc:sldMkLst>
      </pc:sldChg>
    </pc:docChg>
  </pc:docChgLst>
  <pc:docChgLst>
    <pc:chgData name="TEY KOK SOON" userId="b38fed35-100c-4369-8b34-69adb96b726a" providerId="ADAL" clId="{8424018E-3CF7-4FF9-B430-46732650C371}"/>
    <pc:docChg chg="undo custSel modSld">
      <pc:chgData name="TEY KOK SOON" userId="b38fed35-100c-4369-8b34-69adb96b726a" providerId="ADAL" clId="{8424018E-3CF7-4FF9-B430-46732650C371}" dt="2025-03-14T03:29:07.266" v="864" actId="20577"/>
      <pc:docMkLst>
        <pc:docMk/>
      </pc:docMkLst>
      <pc:sldChg chg="modSp mod">
        <pc:chgData name="TEY KOK SOON" userId="b38fed35-100c-4369-8b34-69adb96b726a" providerId="ADAL" clId="{8424018E-3CF7-4FF9-B430-46732650C371}" dt="2025-03-14T02:35:13.404" v="88" actId="27636"/>
        <pc:sldMkLst>
          <pc:docMk/>
          <pc:sldMk cId="0" sldId="256"/>
        </pc:sldMkLst>
        <pc:spChg chg="mod">
          <ac:chgData name="TEY KOK SOON" userId="b38fed35-100c-4369-8b34-69adb96b726a" providerId="ADAL" clId="{8424018E-3CF7-4FF9-B430-46732650C371}" dt="2025-03-14T02:32:26.288" v="3" actId="20577"/>
          <ac:spMkLst>
            <pc:docMk/>
            <pc:sldMk cId="0" sldId="256"/>
            <ac:spMk id="2" creationId="{00000000-0000-0000-0000-000000000000}"/>
          </ac:spMkLst>
        </pc:spChg>
        <pc:spChg chg="mod">
          <ac:chgData name="TEY KOK SOON" userId="b38fed35-100c-4369-8b34-69adb96b726a" providerId="ADAL" clId="{8424018E-3CF7-4FF9-B430-46732650C371}" dt="2025-03-14T02:35:13.404" v="88" actId="27636"/>
          <ac:spMkLst>
            <pc:docMk/>
            <pc:sldMk cId="0" sldId="256"/>
            <ac:spMk id="3" creationId="{00000000-0000-0000-0000-000000000000}"/>
          </ac:spMkLst>
        </pc:spChg>
      </pc:sldChg>
      <pc:sldChg chg="modSp mod">
        <pc:chgData name="TEY KOK SOON" userId="b38fed35-100c-4369-8b34-69adb96b726a" providerId="ADAL" clId="{8424018E-3CF7-4FF9-B430-46732650C371}" dt="2025-03-14T02:36:15.589" v="141"/>
        <pc:sldMkLst>
          <pc:docMk/>
          <pc:sldMk cId="0" sldId="257"/>
        </pc:sldMkLst>
        <pc:spChg chg="mod">
          <ac:chgData name="TEY KOK SOON" userId="b38fed35-100c-4369-8b34-69adb96b726a" providerId="ADAL" clId="{8424018E-3CF7-4FF9-B430-46732650C371}" dt="2025-03-14T02:36:15.589" v="141"/>
          <ac:spMkLst>
            <pc:docMk/>
            <pc:sldMk cId="0" sldId="257"/>
            <ac:spMk id="3" creationId="{00000000-0000-0000-0000-000000000000}"/>
          </ac:spMkLst>
        </pc:spChg>
      </pc:sldChg>
      <pc:sldChg chg="modSp mod">
        <pc:chgData name="TEY KOK SOON" userId="b38fed35-100c-4369-8b34-69adb96b726a" providerId="ADAL" clId="{8424018E-3CF7-4FF9-B430-46732650C371}" dt="2025-03-14T03:29:07.266" v="864" actId="20577"/>
        <pc:sldMkLst>
          <pc:docMk/>
          <pc:sldMk cId="0" sldId="259"/>
        </pc:sldMkLst>
        <pc:spChg chg="mod">
          <ac:chgData name="TEY KOK SOON" userId="b38fed35-100c-4369-8b34-69adb96b726a" providerId="ADAL" clId="{8424018E-3CF7-4FF9-B430-46732650C371}" dt="2025-03-14T03:29:07.266" v="864" actId="20577"/>
          <ac:spMkLst>
            <pc:docMk/>
            <pc:sldMk cId="0" sldId="259"/>
            <ac:spMk id="3" creationId="{00000000-0000-0000-0000-000000000000}"/>
          </ac:spMkLst>
        </pc:spChg>
      </pc:sldChg>
      <pc:sldChg chg="addSp delSp modSp mod">
        <pc:chgData name="TEY KOK SOON" userId="b38fed35-100c-4369-8b34-69adb96b726a" providerId="ADAL" clId="{8424018E-3CF7-4FF9-B430-46732650C371}" dt="2025-03-14T03:28:52.561" v="863"/>
        <pc:sldMkLst>
          <pc:docMk/>
          <pc:sldMk cId="1999727876" sldId="268"/>
        </pc:sldMkLst>
        <pc:spChg chg="mod">
          <ac:chgData name="TEY KOK SOON" userId="b38fed35-100c-4369-8b34-69adb96b726a" providerId="ADAL" clId="{8424018E-3CF7-4FF9-B430-46732650C371}" dt="2025-03-14T02:54:26.772" v="750" actId="6549"/>
          <ac:spMkLst>
            <pc:docMk/>
            <pc:sldMk cId="1999727876" sldId="268"/>
            <ac:spMk id="2" creationId="{00000000-0000-0000-0000-000000000000}"/>
          </ac:spMkLst>
        </pc:spChg>
        <pc:spChg chg="del mod">
          <ac:chgData name="TEY KOK SOON" userId="b38fed35-100c-4369-8b34-69adb96b726a" providerId="ADAL" clId="{8424018E-3CF7-4FF9-B430-46732650C371}" dt="2025-03-14T02:54:24.241" v="749" actId="478"/>
          <ac:spMkLst>
            <pc:docMk/>
            <pc:sldMk cId="1999727876" sldId="268"/>
            <ac:spMk id="3" creationId="{00000000-0000-0000-0000-000000000000}"/>
          </ac:spMkLst>
        </pc:spChg>
        <pc:spChg chg="mod">
          <ac:chgData name="TEY KOK SOON" userId="b38fed35-100c-4369-8b34-69adb96b726a" providerId="ADAL" clId="{8424018E-3CF7-4FF9-B430-46732650C371}" dt="2025-03-14T03:00:57.188" v="835" actId="14100"/>
          <ac:spMkLst>
            <pc:docMk/>
            <pc:sldMk cId="1999727876" sldId="268"/>
            <ac:spMk id="5" creationId="{00000000-0000-0000-0000-000000000000}"/>
          </ac:spMkLst>
        </pc:spChg>
        <pc:spChg chg="del">
          <ac:chgData name="TEY KOK SOON" userId="b38fed35-100c-4369-8b34-69adb96b726a" providerId="ADAL" clId="{8424018E-3CF7-4FF9-B430-46732650C371}" dt="2025-03-14T03:00:50.408" v="834" actId="478"/>
          <ac:spMkLst>
            <pc:docMk/>
            <pc:sldMk cId="1999727876" sldId="268"/>
            <ac:spMk id="6" creationId="{00000000-0000-0000-0000-000000000000}"/>
          </ac:spMkLst>
        </pc:spChg>
        <pc:spChg chg="add del mod">
          <ac:chgData name="TEY KOK SOON" userId="b38fed35-100c-4369-8b34-69adb96b726a" providerId="ADAL" clId="{8424018E-3CF7-4FF9-B430-46732650C371}" dt="2025-03-14T03:26:38.741" v="850" actId="20577"/>
          <ac:spMkLst>
            <pc:docMk/>
            <pc:sldMk cId="1999727876" sldId="268"/>
            <ac:spMk id="7" creationId="{12382911-6C6B-D704-A051-F1B70A60D970}"/>
          </ac:spMkLst>
        </pc:spChg>
        <pc:spChg chg="del mod">
          <ac:chgData name="TEY KOK SOON" userId="b38fed35-100c-4369-8b34-69adb96b726a" providerId="ADAL" clId="{8424018E-3CF7-4FF9-B430-46732650C371}" dt="2025-03-14T02:54:36.351" v="754" actId="478"/>
          <ac:spMkLst>
            <pc:docMk/>
            <pc:sldMk cId="1999727876" sldId="268"/>
            <ac:spMk id="9" creationId="{60D3AACD-947B-4E98-AE40-7E37C5868B00}"/>
          </ac:spMkLst>
        </pc:spChg>
        <pc:graphicFrameChg chg="add mod">
          <ac:chgData name="TEY KOK SOON" userId="b38fed35-100c-4369-8b34-69adb96b726a" providerId="ADAL" clId="{8424018E-3CF7-4FF9-B430-46732650C371}" dt="2025-03-14T03:00:31.715" v="827"/>
          <ac:graphicFrameMkLst>
            <pc:docMk/>
            <pc:sldMk cId="1999727876" sldId="268"/>
            <ac:graphicFrameMk id="8" creationId="{BA37E02D-233D-5C60-21E0-E6DA2BC2E1A5}"/>
          </ac:graphicFrameMkLst>
        </pc:graphicFrameChg>
        <pc:graphicFrameChg chg="del mod">
          <ac:chgData name="TEY KOK SOON" userId="b38fed35-100c-4369-8b34-69adb96b726a" providerId="ADAL" clId="{8424018E-3CF7-4FF9-B430-46732650C371}" dt="2025-03-14T03:25:19.225" v="837" actId="478"/>
          <ac:graphicFrameMkLst>
            <pc:docMk/>
            <pc:sldMk cId="1999727876" sldId="268"/>
            <ac:graphicFrameMk id="11" creationId="{6617E4FF-4F4E-5B1C-58D8-510C91BFF8FA}"/>
          </ac:graphicFrameMkLst>
        </pc:graphicFrameChg>
        <pc:graphicFrameChg chg="add del mod">
          <ac:chgData name="TEY KOK SOON" userId="b38fed35-100c-4369-8b34-69adb96b726a" providerId="ADAL" clId="{8424018E-3CF7-4FF9-B430-46732650C371}" dt="2025-03-14T03:27:36.436" v="855" actId="478"/>
          <ac:graphicFrameMkLst>
            <pc:docMk/>
            <pc:sldMk cId="1999727876" sldId="268"/>
            <ac:graphicFrameMk id="12" creationId="{F03FC21F-CFA3-3026-322C-49D5849B3336}"/>
          </ac:graphicFrameMkLst>
        </pc:graphicFrameChg>
        <pc:graphicFrameChg chg="add del mod">
          <ac:chgData name="TEY KOK SOON" userId="b38fed35-100c-4369-8b34-69adb96b726a" providerId="ADAL" clId="{8424018E-3CF7-4FF9-B430-46732650C371}" dt="2025-03-14T03:28:12.469" v="858" actId="478"/>
          <ac:graphicFrameMkLst>
            <pc:docMk/>
            <pc:sldMk cId="1999727876" sldId="268"/>
            <ac:graphicFrameMk id="13" creationId="{D173792D-6748-740D-C2DC-95B9BBB76D63}"/>
          </ac:graphicFrameMkLst>
        </pc:graphicFrameChg>
        <pc:graphicFrameChg chg="add mod">
          <ac:chgData name="TEY KOK SOON" userId="b38fed35-100c-4369-8b34-69adb96b726a" providerId="ADAL" clId="{8424018E-3CF7-4FF9-B430-46732650C371}" dt="2025-03-14T03:28:52.561" v="863"/>
          <ac:graphicFrameMkLst>
            <pc:docMk/>
            <pc:sldMk cId="1999727876" sldId="268"/>
            <ac:graphicFrameMk id="14" creationId="{D863FE79-5E87-0188-295B-97C542B47FB2}"/>
          </ac:graphicFrameMkLst>
        </pc:graphicFrameChg>
        <pc:picChg chg="add mod">
          <ac:chgData name="TEY KOK SOON" userId="b38fed35-100c-4369-8b34-69adb96b726a" providerId="ADAL" clId="{8424018E-3CF7-4FF9-B430-46732650C371}" dt="2025-03-14T03:00:47.294" v="833" actId="14100"/>
          <ac:picMkLst>
            <pc:docMk/>
            <pc:sldMk cId="1999727876" sldId="268"/>
            <ac:picMk id="10" creationId="{C4F4FFEF-6196-C330-DCAE-EA1DC6438073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 bwMode="white">
          <a:xfrm>
            <a:off x="0" y="5971032"/>
            <a:ext cx="9144000" cy="886968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0" name="Rectangle 9"/>
          <p:cNvSpPr/>
          <p:nvPr/>
        </p:nvSpPr>
        <p:spPr>
          <a:xfrm>
            <a:off x="-9144" y="6053328"/>
            <a:ext cx="2249424" cy="713232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Rectangle 10"/>
          <p:cNvSpPr/>
          <p:nvPr/>
        </p:nvSpPr>
        <p:spPr>
          <a:xfrm>
            <a:off x="2359152" y="6044184"/>
            <a:ext cx="6784848" cy="713232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2362200" y="4038600"/>
            <a:ext cx="6477000" cy="1828800"/>
          </a:xfrm>
        </p:spPr>
        <p:txBody>
          <a:bodyPr anchor="b"/>
          <a:lstStyle>
            <a:lvl1pPr>
              <a:defRPr cap="all" baseline="0"/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9" name="Subtitle 8"/>
          <p:cNvSpPr>
            <a:spLocks noGrp="1"/>
          </p:cNvSpPr>
          <p:nvPr>
            <p:ph type="subTitle" idx="1"/>
          </p:nvPr>
        </p:nvSpPr>
        <p:spPr>
          <a:xfrm>
            <a:off x="2362200" y="6050037"/>
            <a:ext cx="6705600" cy="685800"/>
          </a:xfrm>
        </p:spPr>
        <p:txBody>
          <a:bodyPr anchor="ctr">
            <a:normAutofit/>
          </a:bodyPr>
          <a:lstStyle>
            <a:lvl1pPr marL="0" indent="0" algn="l">
              <a:buNone/>
              <a:defRPr sz="2600">
                <a:solidFill>
                  <a:srgbClr val="FFFFFF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n-US"/>
              <a:t>Click to edit Master subtitle style</a:t>
            </a:r>
          </a:p>
        </p:txBody>
      </p:sp>
      <p:sp>
        <p:nvSpPr>
          <p:cNvPr id="28" name="Date Placeholder 27"/>
          <p:cNvSpPr>
            <a:spLocks noGrp="1"/>
          </p:cNvSpPr>
          <p:nvPr>
            <p:ph type="dt" sz="half" idx="10"/>
          </p:nvPr>
        </p:nvSpPr>
        <p:spPr>
          <a:xfrm>
            <a:off x="76200" y="6068699"/>
            <a:ext cx="2057400" cy="685800"/>
          </a:xfrm>
        </p:spPr>
        <p:txBody>
          <a:bodyPr>
            <a:noAutofit/>
          </a:bodyPr>
          <a:lstStyle>
            <a:lvl1pPr algn="ctr">
              <a:defRPr sz="2000">
                <a:solidFill>
                  <a:srgbClr val="FFFFFF"/>
                </a:solidFill>
              </a:defRPr>
            </a:lvl1pPr>
          </a:lstStyle>
          <a:p>
            <a:fld id="{AE8CA548-E0CE-4627-A9F3-F45D0CD65593}" type="datetimeFigureOut">
              <a:rPr lang="en-US" smtClean="0"/>
              <a:pPr/>
              <a:t>3/2/2026</a:t>
            </a:fld>
            <a:endParaRPr lang="en-US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1"/>
          </p:nvPr>
        </p:nvSpPr>
        <p:spPr>
          <a:xfrm>
            <a:off x="2085393" y="236538"/>
            <a:ext cx="5867400" cy="365125"/>
          </a:xfrm>
        </p:spPr>
        <p:txBody>
          <a:bodyPr/>
          <a:lstStyle>
            <a:lvl1pPr algn="r"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29" name="Slide Number Placeholder 28"/>
          <p:cNvSpPr>
            <a:spLocks noGrp="1"/>
          </p:cNvSpPr>
          <p:nvPr>
            <p:ph type="sldNum" sz="quarter" idx="12"/>
          </p:nvPr>
        </p:nvSpPr>
        <p:spPr>
          <a:xfrm>
            <a:off x="8001000" y="228600"/>
            <a:ext cx="838200" cy="38100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03BB2410-23C8-413E-B0A3-7B8BA5129E8E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2648" y="228600"/>
            <a:ext cx="8153400" cy="990600"/>
          </a:xfrm>
        </p:spPr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8CA548-E0CE-4627-A9F3-F45D0CD65593}" type="datetimeFigureOut">
              <a:rPr lang="en-US" smtClean="0"/>
              <a:pPr/>
              <a:t>3/2/2026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03BB2410-23C8-413E-B0A3-7B8BA5129E8E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Content Placeholder 7"/>
          <p:cNvSpPr>
            <a:spLocks noGrp="1"/>
          </p:cNvSpPr>
          <p:nvPr>
            <p:ph sz="quarter" idx="1"/>
          </p:nvPr>
        </p:nvSpPr>
        <p:spPr>
          <a:xfrm>
            <a:off x="612648" y="1600200"/>
            <a:ext cx="8153400" cy="449580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1600" y="2743200"/>
            <a:ext cx="7123113" cy="1673225"/>
          </a:xfrm>
        </p:spPr>
        <p:txBody>
          <a:bodyPr anchor="t"/>
          <a:lstStyle>
            <a:lvl1pPr marL="0" indent="0">
              <a:buNone/>
              <a:defRPr sz="2800">
                <a:solidFill>
                  <a:schemeClr val="tx2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7" name="Rectangle 6"/>
          <p:cNvSpPr/>
          <p:nvPr/>
        </p:nvSpPr>
        <p:spPr bwMode="white">
          <a:xfrm>
            <a:off x="0" y="1524000"/>
            <a:ext cx="9144000" cy="1143000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Rectangle 7"/>
          <p:cNvSpPr/>
          <p:nvPr/>
        </p:nvSpPr>
        <p:spPr>
          <a:xfrm>
            <a:off x="0" y="1600200"/>
            <a:ext cx="1295400" cy="990600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Rectangle 8"/>
          <p:cNvSpPr/>
          <p:nvPr/>
        </p:nvSpPr>
        <p:spPr>
          <a:xfrm>
            <a:off x="1371600" y="1600200"/>
            <a:ext cx="7772400" cy="990600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1600" y="1600200"/>
            <a:ext cx="7620000" cy="990600"/>
          </a:xfrm>
        </p:spPr>
        <p:txBody>
          <a:bodyPr/>
          <a:lstStyle>
            <a:lvl1pPr algn="l">
              <a:buNone/>
              <a:defRPr sz="4400" b="0" cap="none">
                <a:solidFill>
                  <a:srgbClr val="FFFFFF"/>
                </a:solidFill>
              </a:defRPr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12" name="Date Placeholder 1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8CA548-E0CE-4627-A9F3-F45D0CD65593}" type="datetimeFigureOut">
              <a:rPr lang="en-US" smtClean="0"/>
              <a:pPr/>
              <a:t>3/2/2026</a:t>
            </a:fld>
            <a:endParaRPr lang="en-US"/>
          </a:p>
        </p:txBody>
      </p:sp>
      <p:sp>
        <p:nvSpPr>
          <p:cNvPr id="13" name="Slide Number Placeholder 12"/>
          <p:cNvSpPr>
            <a:spLocks noGrp="1"/>
          </p:cNvSpPr>
          <p:nvPr>
            <p:ph type="sldNum" sz="quarter" idx="11"/>
          </p:nvPr>
        </p:nvSpPr>
        <p:spPr>
          <a:xfrm>
            <a:off x="0" y="1752600"/>
            <a:ext cx="1295400" cy="701676"/>
          </a:xfrm>
        </p:spPr>
        <p:txBody>
          <a:bodyPr>
            <a:noAutofit/>
          </a:bodyPr>
          <a:lstStyle>
            <a:lvl1pPr>
              <a:defRPr sz="2400">
                <a:solidFill>
                  <a:srgbClr val="FFFFFF"/>
                </a:solidFill>
              </a:defRPr>
            </a:lvl1pPr>
          </a:lstStyle>
          <a:p>
            <a:fld id="{03BB2410-23C8-413E-B0A3-7B8BA5129E8E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4" name="Footer Placeholder 13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9" name="Content Placeholder 8"/>
          <p:cNvSpPr>
            <a:spLocks noGrp="1"/>
          </p:cNvSpPr>
          <p:nvPr>
            <p:ph sz="quarter" idx="1"/>
          </p:nvPr>
        </p:nvSpPr>
        <p:spPr>
          <a:xfrm>
            <a:off x="609600" y="1589567"/>
            <a:ext cx="3886200" cy="457200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"/>
          </p:nvPr>
        </p:nvSpPr>
        <p:spPr>
          <a:xfrm>
            <a:off x="4844901" y="1589567"/>
            <a:ext cx="3886200" cy="457200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5"/>
          </p:nvPr>
        </p:nvSpPr>
        <p:spPr/>
        <p:txBody>
          <a:bodyPr rtlCol="0"/>
          <a:lstStyle/>
          <a:p>
            <a:fld id="{AE8CA548-E0CE-4627-A9F3-F45D0CD65593}" type="datetimeFigureOut">
              <a:rPr lang="en-US" smtClean="0"/>
              <a:pPr/>
              <a:t>3/2/2026</a:t>
            </a:fld>
            <a:endParaRPr lang="en-US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6"/>
          </p:nvPr>
        </p:nvSpPr>
        <p:spPr/>
        <p:txBody>
          <a:bodyPr rtlCol="0"/>
          <a:lstStyle/>
          <a:p>
            <a:fld id="{03BB2410-23C8-413E-B0A3-7B8BA5129E8E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2" name="Footer Placeholder 11"/>
          <p:cNvSpPr>
            <a:spLocks noGrp="1"/>
          </p:cNvSpPr>
          <p:nvPr>
            <p:ph type="ftr" sz="quarter" idx="17"/>
          </p:nvPr>
        </p:nvSpPr>
        <p:spPr/>
        <p:txBody>
          <a:bodyPr rtlCol="0"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400" y="273050"/>
            <a:ext cx="8153400" cy="869950"/>
          </a:xfrm>
        </p:spPr>
        <p:txBody>
          <a:bodyPr anchor="ctr"/>
          <a:lstStyle>
            <a:lvl1pPr>
              <a:defRPr/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"/>
          </p:nvPr>
        </p:nvSpPr>
        <p:spPr>
          <a:xfrm>
            <a:off x="609600" y="2438400"/>
            <a:ext cx="3886200" cy="358140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13" name="Content Placeholder 12"/>
          <p:cNvSpPr>
            <a:spLocks noGrp="1"/>
          </p:cNvSpPr>
          <p:nvPr>
            <p:ph sz="quarter" idx="4"/>
          </p:nvPr>
        </p:nvSpPr>
        <p:spPr>
          <a:xfrm>
            <a:off x="4800600" y="2438400"/>
            <a:ext cx="3886200" cy="358140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10" name="Date Placeholder 9"/>
          <p:cNvSpPr>
            <a:spLocks noGrp="1"/>
          </p:cNvSpPr>
          <p:nvPr>
            <p:ph type="dt" sz="half" idx="15"/>
          </p:nvPr>
        </p:nvSpPr>
        <p:spPr/>
        <p:txBody>
          <a:bodyPr rtlCol="0"/>
          <a:lstStyle/>
          <a:p>
            <a:fld id="{AE8CA548-E0CE-4627-A9F3-F45D0CD65593}" type="datetimeFigureOut">
              <a:rPr lang="en-US" smtClean="0"/>
              <a:pPr/>
              <a:t>3/2/2026</a:t>
            </a:fld>
            <a:endParaRPr lang="en-US"/>
          </a:p>
        </p:txBody>
      </p:sp>
      <p:sp>
        <p:nvSpPr>
          <p:cNvPr id="12" name="Slide Number Placeholder 11"/>
          <p:cNvSpPr>
            <a:spLocks noGrp="1"/>
          </p:cNvSpPr>
          <p:nvPr>
            <p:ph type="sldNum" sz="quarter" idx="16"/>
          </p:nvPr>
        </p:nvSpPr>
        <p:spPr/>
        <p:txBody>
          <a:bodyPr rtlCol="0"/>
          <a:lstStyle/>
          <a:p>
            <a:fld id="{03BB2410-23C8-413E-B0A3-7B8BA5129E8E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4" name="Footer Placeholder 13"/>
          <p:cNvSpPr>
            <a:spLocks noGrp="1"/>
          </p:cNvSpPr>
          <p:nvPr>
            <p:ph type="ftr" sz="quarter" idx="17"/>
          </p:nvPr>
        </p:nvSpPr>
        <p:spPr/>
        <p:txBody>
          <a:bodyPr rtlCol="0"/>
          <a:lstStyle/>
          <a:p>
            <a:endParaRPr lang="en-US"/>
          </a:p>
        </p:txBody>
      </p:sp>
      <p:sp>
        <p:nvSpPr>
          <p:cNvPr id="16" name="Text Placeholder 15"/>
          <p:cNvSpPr>
            <a:spLocks noGrp="1"/>
          </p:cNvSpPr>
          <p:nvPr>
            <p:ph type="body" sz="quarter" idx="1"/>
          </p:nvPr>
        </p:nvSpPr>
        <p:spPr>
          <a:xfrm>
            <a:off x="609600" y="1752600"/>
            <a:ext cx="3886200" cy="640080"/>
          </a:xfrm>
          <a:solidFill>
            <a:schemeClr val="accent2"/>
          </a:solidFill>
        </p:spPr>
        <p:txBody>
          <a:bodyPr rtlCol="0" anchor="ctr"/>
          <a:lstStyle>
            <a:lvl1pPr marL="0" indent="0">
              <a:buFontTx/>
              <a:buNone/>
              <a:defRPr sz="2000" b="1">
                <a:solidFill>
                  <a:srgbClr val="FFFFFF"/>
                </a:solidFill>
              </a:defRPr>
            </a:lvl1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15" name="Text Placeholder 14"/>
          <p:cNvSpPr>
            <a:spLocks noGrp="1"/>
          </p:cNvSpPr>
          <p:nvPr>
            <p:ph type="body" sz="quarter" idx="3"/>
          </p:nvPr>
        </p:nvSpPr>
        <p:spPr>
          <a:xfrm>
            <a:off x="4800600" y="1752600"/>
            <a:ext cx="3886200" cy="640080"/>
          </a:xfrm>
          <a:solidFill>
            <a:schemeClr val="accent4"/>
          </a:solidFill>
        </p:spPr>
        <p:txBody>
          <a:bodyPr rtlCol="0" anchor="ctr"/>
          <a:lstStyle>
            <a:lvl1pPr marL="0" indent="0">
              <a:buFontTx/>
              <a:buNone/>
              <a:defRPr sz="2000" b="1">
                <a:solidFill>
                  <a:srgbClr val="FFFFFF"/>
                </a:solidFill>
              </a:defRPr>
            </a:lvl1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8CA548-E0CE-4627-A9F3-F45D0CD65593}" type="datetimeFigureOut">
              <a:rPr lang="en-US" smtClean="0"/>
              <a:pPr/>
              <a:t>3/2/2026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03BB2410-23C8-413E-B0A3-7B8BA5129E8E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8CA548-E0CE-4627-A9F3-F45D0CD65593}" type="datetimeFigureOut">
              <a:rPr lang="en-US" smtClean="0"/>
              <a:pPr/>
              <a:t>3/2/2026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0" y="6248400"/>
            <a:ext cx="533400" cy="38100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03BB2410-23C8-413E-B0A3-7B8BA5129E8E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3050"/>
            <a:ext cx="8077200" cy="869950"/>
          </a:xfrm>
        </p:spPr>
        <p:txBody>
          <a:bodyPr anchor="ctr"/>
          <a:lstStyle>
            <a:lvl1pPr algn="l">
              <a:buNone/>
              <a:defRPr sz="4400" b="0"/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8CA548-E0CE-4627-A9F3-F45D0CD65593}" type="datetimeFigureOut">
              <a:rPr lang="en-US" smtClean="0"/>
              <a:pPr/>
              <a:t>3/2/2026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03BB2410-23C8-413E-B0A3-7B8BA5129E8E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609600" y="1752600"/>
            <a:ext cx="1600200" cy="4343400"/>
          </a:xfrm>
          <a:ln w="50800" cap="sq" cmpd="dbl" algn="ctr">
            <a:solidFill>
              <a:schemeClr val="accent2"/>
            </a:solidFill>
            <a:prstDash val="solid"/>
            <a:miter lim="800000"/>
          </a:ln>
          <a:effectLst/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lIns="137160" tIns="182880" rIns="137160" bIns="91440"/>
          <a:lstStyle>
            <a:lvl1pPr marL="0" indent="0">
              <a:spcAft>
                <a:spcPts val="1000"/>
              </a:spcAft>
              <a:buNone/>
              <a:defRPr sz="18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9" name="Content Placeholder 8"/>
          <p:cNvSpPr>
            <a:spLocks noGrp="1"/>
          </p:cNvSpPr>
          <p:nvPr>
            <p:ph sz="quarter" idx="1"/>
          </p:nvPr>
        </p:nvSpPr>
        <p:spPr>
          <a:xfrm>
            <a:off x="2362200" y="1752600"/>
            <a:ext cx="6400800" cy="441960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600200" y="5486400"/>
            <a:ext cx="7315200" cy="685800"/>
          </a:xfrm>
        </p:spPr>
        <p:txBody>
          <a:bodyPr/>
          <a:lstStyle>
            <a:lvl1pPr marL="0" indent="0">
              <a:buFontTx/>
              <a:buNone/>
              <a:defRPr sz="1700"/>
            </a:lvl1pPr>
            <a:lvl2pPr>
              <a:buFontTx/>
              <a:buNone/>
              <a:defRPr sz="1200"/>
            </a:lvl2pPr>
            <a:lvl3pPr>
              <a:buFontTx/>
              <a:buNone/>
              <a:defRPr sz="1000"/>
            </a:lvl3pPr>
            <a:lvl4pPr>
              <a:buFontTx/>
              <a:buNone/>
              <a:defRPr sz="900"/>
            </a:lvl4pPr>
            <a:lvl5pPr>
              <a:buFontTx/>
              <a:buNone/>
              <a:defRPr sz="900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8" name="Rectangle 7"/>
          <p:cNvSpPr/>
          <p:nvPr/>
        </p:nvSpPr>
        <p:spPr bwMode="white">
          <a:xfrm>
            <a:off x="-9144" y="4572000"/>
            <a:ext cx="9144000" cy="886968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Rectangle 8"/>
          <p:cNvSpPr/>
          <p:nvPr/>
        </p:nvSpPr>
        <p:spPr>
          <a:xfrm>
            <a:off x="-9144" y="4663440"/>
            <a:ext cx="1463040" cy="713232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0" name="Rectangle 9"/>
          <p:cNvSpPr/>
          <p:nvPr/>
        </p:nvSpPr>
        <p:spPr>
          <a:xfrm>
            <a:off x="1545336" y="4654296"/>
            <a:ext cx="7598664" cy="713232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00200" y="4648200"/>
            <a:ext cx="7315200" cy="685800"/>
          </a:xfrm>
        </p:spPr>
        <p:txBody>
          <a:bodyPr anchor="ctr"/>
          <a:lstStyle>
            <a:lvl1pPr algn="l">
              <a:buNone/>
              <a:defRPr sz="2800" b="0">
                <a:solidFill>
                  <a:srgbClr val="FFFFFF"/>
                </a:solidFill>
              </a:defRPr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11" name="Rectangle 10"/>
          <p:cNvSpPr/>
          <p:nvPr/>
        </p:nvSpPr>
        <p:spPr bwMode="white">
          <a:xfrm>
            <a:off x="1447800" y="0"/>
            <a:ext cx="100584" cy="6867144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Date Placeholder 11"/>
          <p:cNvSpPr>
            <a:spLocks noGrp="1"/>
          </p:cNvSpPr>
          <p:nvPr>
            <p:ph type="dt" sz="half" idx="10"/>
          </p:nvPr>
        </p:nvSpPr>
        <p:spPr>
          <a:xfrm>
            <a:off x="6248400" y="6248400"/>
            <a:ext cx="2667000" cy="365125"/>
          </a:xfrm>
        </p:spPr>
        <p:txBody>
          <a:bodyPr rtlCol="0"/>
          <a:lstStyle/>
          <a:p>
            <a:fld id="{AE8CA548-E0CE-4627-A9F3-F45D0CD65593}" type="datetimeFigureOut">
              <a:rPr lang="en-US" smtClean="0"/>
              <a:pPr/>
              <a:t>3/2/2026</a:t>
            </a:fld>
            <a:endParaRPr lang="en-US"/>
          </a:p>
        </p:txBody>
      </p:sp>
      <p:sp>
        <p:nvSpPr>
          <p:cNvPr id="13" name="Slide Number Placeholder 12"/>
          <p:cNvSpPr>
            <a:spLocks noGrp="1"/>
          </p:cNvSpPr>
          <p:nvPr>
            <p:ph type="sldNum" sz="quarter" idx="11"/>
          </p:nvPr>
        </p:nvSpPr>
        <p:spPr>
          <a:xfrm>
            <a:off x="0" y="4667249"/>
            <a:ext cx="1447800" cy="663578"/>
          </a:xfrm>
        </p:spPr>
        <p:txBody>
          <a:bodyPr rtlCol="0"/>
          <a:lstStyle>
            <a:lvl1pPr>
              <a:defRPr sz="2800"/>
            </a:lvl1pPr>
          </a:lstStyle>
          <a:p>
            <a:fld id="{03BB2410-23C8-413E-B0A3-7B8BA5129E8E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4" name="Footer Placeholder 13"/>
          <p:cNvSpPr>
            <a:spLocks noGrp="1"/>
          </p:cNvSpPr>
          <p:nvPr>
            <p:ph type="ftr" sz="quarter" idx="12"/>
          </p:nvPr>
        </p:nvSpPr>
        <p:spPr>
          <a:xfrm>
            <a:off x="1600200" y="6248206"/>
            <a:ext cx="4572000" cy="365125"/>
          </a:xfrm>
        </p:spPr>
        <p:txBody>
          <a:bodyPr rtlCol="0"/>
          <a:lstStyle/>
          <a:p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560576" y="0"/>
            <a:ext cx="7583424" cy="4568952"/>
          </a:xfrm>
          <a:solidFill>
            <a:schemeClr val="accent1">
              <a:tint val="40000"/>
            </a:schemeClr>
          </a:solidFill>
          <a:ln>
            <a:noFill/>
          </a:ln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kumimoji="0" lang="en-US"/>
              <a:t>Click icon to add picture</a:t>
            </a:r>
            <a:endParaRPr kumimoji="0" lang="en-US" dirty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8CA548-E0CE-4627-A9F3-F45D0CD65593}" type="datetimeFigureOut">
              <a:rPr lang="en-US" smtClean="0"/>
              <a:pPr/>
              <a:t>3/2/2026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BB2410-23C8-413E-B0A3-7B8BA5129E8E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53200" y="609600"/>
            <a:ext cx="2057400" cy="5516563"/>
          </a:xfrm>
        </p:spPr>
        <p:txBody>
          <a:bodyPr vert="eaVert"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609600"/>
            <a:ext cx="5562600" cy="5516564"/>
          </a:xfrm>
        </p:spPr>
        <p:txBody>
          <a:bodyPr vert="eaVert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553200" y="6248402"/>
            <a:ext cx="2209800" cy="365125"/>
          </a:xfrm>
        </p:spPr>
        <p:txBody>
          <a:bodyPr/>
          <a:lstStyle/>
          <a:p>
            <a:fld id="{AE8CA548-E0CE-4627-A9F3-F45D0CD65593}" type="datetimeFigureOut">
              <a:rPr lang="en-US" smtClean="0"/>
              <a:pPr/>
              <a:t>3/2/2026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57201" y="6248207"/>
            <a:ext cx="5573483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7" name="Rectangle 6"/>
          <p:cNvSpPr/>
          <p:nvPr/>
        </p:nvSpPr>
        <p:spPr bwMode="white">
          <a:xfrm>
            <a:off x="6096318" y="0"/>
            <a:ext cx="320040" cy="6858000"/>
          </a:xfrm>
          <a:prstGeom prst="rect">
            <a:avLst/>
          </a:prstGeom>
          <a:solidFill>
            <a:srgbClr val="FFFFFF"/>
          </a:solidFill>
          <a:ln w="1905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Rectangle 7"/>
          <p:cNvSpPr/>
          <p:nvPr/>
        </p:nvSpPr>
        <p:spPr>
          <a:xfrm>
            <a:off x="6142038" y="609600"/>
            <a:ext cx="228600" cy="6248400"/>
          </a:xfrm>
          <a:prstGeom prst="rect">
            <a:avLst/>
          </a:prstGeom>
          <a:solidFill>
            <a:schemeClr val="accent1"/>
          </a:solidFill>
          <a:ln w="1905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Rectangle 8"/>
          <p:cNvSpPr/>
          <p:nvPr/>
        </p:nvSpPr>
        <p:spPr>
          <a:xfrm>
            <a:off x="6142038" y="0"/>
            <a:ext cx="228600" cy="533400"/>
          </a:xfrm>
          <a:prstGeom prst="rect">
            <a:avLst/>
          </a:prstGeom>
          <a:solidFill>
            <a:schemeClr val="accent2"/>
          </a:solidFill>
          <a:ln w="1905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 rot="5400000">
            <a:off x="5989638" y="144462"/>
            <a:ext cx="533400" cy="244476"/>
          </a:xfrm>
        </p:spPr>
        <p:txBody>
          <a:bodyPr/>
          <a:lstStyle/>
          <a:p>
            <a:fld id="{03BB2410-23C8-413E-B0A3-7B8BA5129E8E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itle Placeholder 21"/>
          <p:cNvSpPr>
            <a:spLocks noGrp="1"/>
          </p:cNvSpPr>
          <p:nvPr>
            <p:ph type="title"/>
          </p:nvPr>
        </p:nvSpPr>
        <p:spPr>
          <a:xfrm>
            <a:off x="609600" y="228600"/>
            <a:ext cx="8153400" cy="990600"/>
          </a:xfrm>
          <a:prstGeom prst="rect">
            <a:avLst/>
          </a:prstGeom>
        </p:spPr>
        <p:txBody>
          <a:bodyPr vert="horz" anchor="ctr">
            <a:normAutofit/>
          </a:bodyPr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13" name="Text Placeholder 12"/>
          <p:cNvSpPr>
            <a:spLocks noGrp="1"/>
          </p:cNvSpPr>
          <p:nvPr>
            <p:ph type="body" idx="1"/>
          </p:nvPr>
        </p:nvSpPr>
        <p:spPr>
          <a:xfrm>
            <a:off x="612648" y="1600200"/>
            <a:ext cx="8153400" cy="4526280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en-US"/>
              <a:t>Click to edit Master text styles</a:t>
            </a:r>
          </a:p>
          <a:p>
            <a:pPr lvl="1" eaLnBrk="1" latinLnBrk="0" hangingPunct="1"/>
            <a:r>
              <a:rPr kumimoji="0" lang="en-US"/>
              <a:t>Second level</a:t>
            </a:r>
          </a:p>
          <a:p>
            <a:pPr lvl="2" eaLnBrk="1" latinLnBrk="0" hangingPunct="1"/>
            <a:r>
              <a:rPr kumimoji="0" lang="en-US"/>
              <a:t>Third level</a:t>
            </a:r>
          </a:p>
          <a:p>
            <a:pPr lvl="3" eaLnBrk="1" latinLnBrk="0" hangingPunct="1"/>
            <a:r>
              <a:rPr kumimoji="0" lang="en-US"/>
              <a:t>Fourth level</a:t>
            </a:r>
          </a:p>
          <a:p>
            <a:pPr lvl="4" eaLnBrk="1" latinLnBrk="0" hangingPunct="1"/>
            <a:r>
              <a:rPr kumimoji="0" lang="en-US"/>
              <a:t>Fifth level</a:t>
            </a:r>
          </a:p>
        </p:txBody>
      </p:sp>
      <p:sp>
        <p:nvSpPr>
          <p:cNvPr id="14" name="Date Placeholder 13"/>
          <p:cNvSpPr>
            <a:spLocks noGrp="1"/>
          </p:cNvSpPr>
          <p:nvPr>
            <p:ph type="dt" sz="half" idx="2"/>
          </p:nvPr>
        </p:nvSpPr>
        <p:spPr>
          <a:xfrm>
            <a:off x="6096000" y="6248400"/>
            <a:ext cx="2667000" cy="365125"/>
          </a:xfrm>
          <a:prstGeom prst="rect">
            <a:avLst/>
          </a:prstGeom>
        </p:spPr>
        <p:txBody>
          <a:bodyPr vert="horz" anchor="ctr" anchorCtr="0"/>
          <a:lstStyle>
            <a:lvl1pPr algn="l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fld id="{AE8CA548-E0CE-4627-A9F3-F45D0CD65593}" type="datetimeFigureOut">
              <a:rPr lang="en-US" smtClean="0"/>
              <a:pPr/>
              <a:t>3/2/2026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3"/>
          </p:nvPr>
        </p:nvSpPr>
        <p:spPr>
          <a:xfrm>
            <a:off x="609600" y="6248206"/>
            <a:ext cx="5421083" cy="365125"/>
          </a:xfrm>
          <a:prstGeom prst="rect">
            <a:avLst/>
          </a:prstGeom>
        </p:spPr>
        <p:txBody>
          <a:bodyPr vert="horz" anchor="ctr"/>
          <a:lstStyle>
            <a:lvl1pPr algn="r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Rectangle 6"/>
          <p:cNvSpPr/>
          <p:nvPr/>
        </p:nvSpPr>
        <p:spPr bwMode="white">
          <a:xfrm>
            <a:off x="0" y="1234440"/>
            <a:ext cx="9144000" cy="320040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Rectangle 7"/>
          <p:cNvSpPr/>
          <p:nvPr/>
        </p:nvSpPr>
        <p:spPr>
          <a:xfrm>
            <a:off x="0" y="1280160"/>
            <a:ext cx="533400" cy="228600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Rectangle 8"/>
          <p:cNvSpPr/>
          <p:nvPr/>
        </p:nvSpPr>
        <p:spPr>
          <a:xfrm>
            <a:off x="590550" y="1280160"/>
            <a:ext cx="8553450" cy="228600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3" name="Slide Number Placeholder 22"/>
          <p:cNvSpPr>
            <a:spLocks noGrp="1"/>
          </p:cNvSpPr>
          <p:nvPr>
            <p:ph type="sldNum" sz="quarter" idx="4"/>
          </p:nvPr>
        </p:nvSpPr>
        <p:spPr>
          <a:xfrm>
            <a:off x="0" y="1272222"/>
            <a:ext cx="533400" cy="244476"/>
          </a:xfrm>
          <a:prstGeom prst="rect">
            <a:avLst/>
          </a:prstGeom>
        </p:spPr>
        <p:txBody>
          <a:bodyPr vert="horz" anchor="ctr" anchorCtr="0">
            <a:normAutofit/>
          </a:bodyPr>
          <a:lstStyle>
            <a:lvl1pPr algn="ctr" eaLnBrk="1" latinLnBrk="0" hangingPunct="1">
              <a:defRPr kumimoji="0" sz="1400" b="1">
                <a:solidFill>
                  <a:srgbClr val="FFFFFF"/>
                </a:solidFill>
              </a:defRPr>
            </a:lvl1pPr>
          </a:lstStyle>
          <a:p>
            <a:fld id="{03BB2410-23C8-413E-B0A3-7B8BA5129E8E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rtl="0" eaLnBrk="1" latinLnBrk="0" hangingPunct="1">
        <a:spcBef>
          <a:spcPct val="0"/>
        </a:spcBef>
        <a:buNone/>
        <a:defRPr kumimoji="0" sz="4400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20040" indent="-320040" algn="l" rtl="0" eaLnBrk="1" latinLnBrk="0" hangingPunct="1">
        <a:spcBef>
          <a:spcPts val="700"/>
        </a:spcBef>
        <a:buClr>
          <a:schemeClr val="accent2"/>
        </a:buClr>
        <a:buSzPct val="60000"/>
        <a:buFont typeface="Wingdings"/>
        <a:buChar char=""/>
        <a:defRPr kumimoji="0" sz="29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74320" algn="l" rtl="0" eaLnBrk="1" latinLnBrk="0" hangingPunct="1">
        <a:spcBef>
          <a:spcPts val="550"/>
        </a:spcBef>
        <a:buClr>
          <a:schemeClr val="accent1"/>
        </a:buClr>
        <a:buSzPct val="70000"/>
        <a:buFont typeface="Wingdings 2"/>
        <a:buChar char="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indent="-228600" algn="l" rtl="0" eaLnBrk="1" latinLnBrk="0" hangingPunct="1">
        <a:spcBef>
          <a:spcPts val="500"/>
        </a:spcBef>
        <a:buClr>
          <a:schemeClr val="accent2"/>
        </a:buClr>
        <a:buSzPct val="75000"/>
        <a:buFont typeface="Wingdings"/>
        <a:buChar char=""/>
        <a:defRPr kumimoji="0" sz="23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indent="-228600" algn="l" rtl="0" eaLnBrk="1" latinLnBrk="0" hangingPunct="1">
        <a:spcBef>
          <a:spcPts val="400"/>
        </a:spcBef>
        <a:buClr>
          <a:schemeClr val="accent3"/>
        </a:buClr>
        <a:buSzPct val="75000"/>
        <a:buFont typeface="Wingdings"/>
        <a:buChar char="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indent="-228600" algn="l" rtl="0" eaLnBrk="1" latinLnBrk="0" hangingPunct="1">
        <a:spcBef>
          <a:spcPts val="400"/>
        </a:spcBef>
        <a:buClr>
          <a:schemeClr val="accent4"/>
        </a:buClr>
        <a:buSzPct val="65000"/>
        <a:buFont typeface="Wingdings"/>
        <a:buChar char="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103120" indent="-228600" algn="l" rtl="0" eaLnBrk="1" latinLnBrk="0" hangingPunct="1">
        <a:spcBef>
          <a:spcPct val="20000"/>
        </a:spcBef>
        <a:buClr>
          <a:schemeClr val="accent1"/>
        </a:buClr>
        <a:buFont typeface="Wingdings"/>
        <a:buChar char="§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2377440" indent="-228600" algn="l" rtl="0" eaLnBrk="1" latinLnBrk="0" hangingPunct="1">
        <a:spcBef>
          <a:spcPct val="20000"/>
        </a:spcBef>
        <a:buClr>
          <a:schemeClr val="accent2"/>
        </a:buClr>
        <a:buFont typeface="Wingdings"/>
        <a:buChar char="§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2651760" indent="-228600" algn="l" rtl="0" eaLnBrk="1" latinLnBrk="0" hangingPunct="1">
        <a:spcBef>
          <a:spcPct val="20000"/>
        </a:spcBef>
        <a:buClr>
          <a:schemeClr val="accent3"/>
        </a:buClr>
        <a:buFont typeface="Wingdings"/>
        <a:buChar char="§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2926080" indent="-228600" algn="l" rtl="0" eaLnBrk="1" latinLnBrk="0" hangingPunct="1">
        <a:spcBef>
          <a:spcPct val="20000"/>
        </a:spcBef>
        <a:buClr>
          <a:schemeClr val="accent4"/>
        </a:buClr>
        <a:buFont typeface="Wingdings"/>
        <a:buChar char="§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emf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971800" y="1219200"/>
            <a:ext cx="5791200" cy="2133600"/>
          </a:xfrm>
        </p:spPr>
        <p:txBody>
          <a:bodyPr>
            <a:normAutofit fontScale="90000"/>
          </a:bodyPr>
          <a:lstStyle/>
          <a:p>
            <a:r>
              <a:rPr lang="en-US" dirty="0"/>
              <a:t>WIA1003</a:t>
            </a:r>
            <a:br>
              <a:rPr lang="en-US" dirty="0"/>
            </a:br>
            <a:r>
              <a:rPr lang="en-US" dirty="0"/>
              <a:t>COMPUTER SYSTEM </a:t>
            </a:r>
            <a:r>
              <a:rPr lang="en-US" dirty="0" err="1"/>
              <a:t>aRCHITECTURE</a:t>
            </a:r>
            <a:br>
              <a:rPr lang="en-US" dirty="0"/>
            </a:br>
            <a:br>
              <a:rPr lang="en-US" dirty="0"/>
            </a:br>
            <a:r>
              <a:rPr lang="en-US" dirty="0"/>
              <a:t>Sem 2, 2025/2026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95400" y="3810000"/>
            <a:ext cx="6705600" cy="1828800"/>
          </a:xfrm>
        </p:spPr>
        <p:txBody>
          <a:bodyPr>
            <a:normAutofit fontScale="85000" lnSpcReduction="20000"/>
          </a:bodyPr>
          <a:lstStyle/>
          <a:p>
            <a:pPr algn="ctr">
              <a:spcBef>
                <a:spcPts val="0"/>
              </a:spcBef>
            </a:pPr>
            <a:r>
              <a:rPr lang="en-US" dirty="0"/>
              <a:t>Dr. Bryan Raj A/L Peter Jabaraj (Lecture/ Tutorial/ Lab)</a:t>
            </a:r>
          </a:p>
          <a:p>
            <a:pPr algn="ctr">
              <a:spcBef>
                <a:spcPts val="0"/>
              </a:spcBef>
            </a:pPr>
            <a:r>
              <a:rPr lang="en-US" dirty="0"/>
              <a:t>Assoc. Prof. Dr. Tey Kok Soon (Lecture/ Tutorial/ Lab)</a:t>
            </a:r>
          </a:p>
          <a:p>
            <a:pPr algn="ctr">
              <a:spcBef>
                <a:spcPts val="0"/>
              </a:spcBef>
            </a:pPr>
            <a:r>
              <a:rPr lang="en-US" dirty="0"/>
              <a:t>Assoc. Prof. Dr. Ismail Bin </a:t>
            </a:r>
            <a:r>
              <a:rPr lang="en-US" dirty="0" err="1"/>
              <a:t>Ahmedy</a:t>
            </a:r>
            <a:r>
              <a:rPr lang="en-US" dirty="0"/>
              <a:t> (Lecture)</a:t>
            </a:r>
          </a:p>
          <a:p>
            <a:pPr algn="ctr">
              <a:spcBef>
                <a:spcPts val="0"/>
              </a:spcBef>
            </a:pPr>
            <a:r>
              <a:rPr lang="en-US" dirty="0"/>
              <a:t>Prof. Dr. Mohd Yamani Idna Bin Idris (Tutorial/ Lab)</a:t>
            </a:r>
          </a:p>
          <a:p>
            <a:pPr algn="ctr">
              <a:spcBef>
                <a:spcPts val="0"/>
              </a:spcBef>
            </a:pPr>
            <a:r>
              <a:rPr lang="en-US" dirty="0"/>
              <a:t>Prof. Dr. </a:t>
            </a:r>
            <a:r>
              <a:rPr lang="en-US" dirty="0" err="1"/>
              <a:t>Ainuddin</a:t>
            </a:r>
            <a:r>
              <a:rPr lang="en-US" dirty="0"/>
              <a:t> Wahid Bin Abdul Wahab (Tutorial/ Lab)</a:t>
            </a:r>
          </a:p>
          <a:p>
            <a:pPr algn="ctr">
              <a:spcBef>
                <a:spcPts val="0"/>
              </a:spcBef>
            </a:pPr>
            <a:r>
              <a:rPr lang="en-US" dirty="0"/>
              <a:t>Mr. </a:t>
            </a:r>
            <a:r>
              <a:rPr lang="en-US" dirty="0" err="1"/>
              <a:t>Noorzaily</a:t>
            </a:r>
            <a:r>
              <a:rPr lang="en-US" dirty="0"/>
              <a:t> Bin Mohamed Noor (Tutorial/ Lab)</a:t>
            </a:r>
          </a:p>
        </p:txBody>
      </p:sp>
      <p:pic>
        <p:nvPicPr>
          <p:cNvPr id="24578" name="Picture 2" descr="http://www.w3.org/2007/Talks/www2007-sawsdl/images/3-programming.pn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09601" y="457200"/>
            <a:ext cx="2058984" cy="1981200"/>
          </a:xfrm>
          <a:prstGeom prst="rect">
            <a:avLst/>
          </a:prstGeom>
          <a:noFill/>
          <a:effectLst>
            <a:outerShdw blurRad="50800" dist="50800" dir="5400000" algn="ctr" rotWithShape="0">
              <a:srgbClr val="000000">
                <a:alpha val="0"/>
              </a:srgbClr>
            </a:outerShdw>
          </a:effec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Class (Lecture)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307974" y="1766750"/>
            <a:ext cx="7769225" cy="4495800"/>
          </a:xfrm>
        </p:spPr>
        <p:txBody>
          <a:bodyPr>
            <a:normAutofit/>
          </a:bodyPr>
          <a:lstStyle/>
          <a:p>
            <a:r>
              <a:rPr lang="en-US" dirty="0"/>
              <a:t>Monday 1pm – 3 pm </a:t>
            </a:r>
          </a:p>
          <a:p>
            <a:pPr lvl="1"/>
            <a:r>
              <a:rPr lang="en-US" dirty="0"/>
              <a:t>Dr. Bryan Raj A/L Peter Jabaraj</a:t>
            </a:r>
          </a:p>
          <a:p>
            <a:pPr lvl="2"/>
            <a:r>
              <a:rPr lang="en-US" dirty="0"/>
              <a:t>DK 1 (Lecture Hall 1)</a:t>
            </a:r>
          </a:p>
          <a:p>
            <a:pPr lvl="1"/>
            <a:endParaRPr lang="en-US" dirty="0"/>
          </a:p>
          <a:p>
            <a:pPr lvl="1"/>
            <a:r>
              <a:rPr lang="en-US" dirty="0"/>
              <a:t>Assoc. Prof. Dr. Tey Kok Soon</a:t>
            </a:r>
          </a:p>
          <a:p>
            <a:pPr lvl="2"/>
            <a:r>
              <a:rPr lang="en-US" dirty="0"/>
              <a:t>DK 2 (Lecture Hall 2)</a:t>
            </a:r>
          </a:p>
          <a:p>
            <a:pPr lvl="2"/>
            <a:endParaRPr lang="en-US" dirty="0"/>
          </a:p>
          <a:p>
            <a:pPr lvl="1"/>
            <a:r>
              <a:rPr lang="en-US" dirty="0"/>
              <a:t>Assoc. Prof. Dr. Ismail Bin </a:t>
            </a:r>
            <a:r>
              <a:rPr lang="en-US" dirty="0" err="1"/>
              <a:t>Ahmedy</a:t>
            </a:r>
            <a:endParaRPr lang="en-US" dirty="0"/>
          </a:p>
          <a:p>
            <a:pPr lvl="2"/>
            <a:r>
              <a:rPr lang="en-US" dirty="0"/>
              <a:t>MM 8</a:t>
            </a:r>
          </a:p>
          <a:p>
            <a:pPr>
              <a:buNone/>
            </a:pPr>
            <a:endParaRPr lang="en-US" dirty="0"/>
          </a:p>
        </p:txBody>
      </p:sp>
      <p:sp>
        <p:nvSpPr>
          <p:cNvPr id="1030" name="AutoShape 6" descr="data:image/jpeg;base64,/9j/4AAQSkZJRgABAQAAAQABAAD/2wCEAAkGBhIQERQQEBIQERAQFRQQExYTFRgSFxwWGBcXFRwZExYYHyYeFxskGhwYIzIhIykqLjgtFSAyQTwqOCg3LjUBCQoKBQUFDQUFDSkYEhgpKSkpKSkpKSkpKSkpKSkpKSkpKSkpKSkpKSkpKSkpKSkpKSkpKSkpKSkpKSkpKSkpKf/AABEIALAA2AMBIgACEQEDEQH/xAAcAAEAAgMBAQEAAAAAAAAAAAAABgcEBQgDAQL/xABCEAACAQMCBQIDBQQHBwUBAAABAgMABBESIQUGEyIxB0EUMlEjQlJhcRYkU6EIM2KBkaLRF1VkcpKT4TRDRLHBFf/EABQBAQAAAAAAAAAAAAAAAAAAAAD/xAAUEQEAAAAAAAAAAAAAAAAAAAAA/9oADAMBAAIRAxEAPwCT+qfq6vC82tuvUvWXJLbJGGHazbd7e4Xx9T7GpOWfUXizzxRxSGYGVAY27I2kkkCq07ppbeRl3LDOw8bVFOZuOtfXc124CtO5fSN8DwBnAzhQBnAzjNS/0U4jDFxKESExSszIj7Mra109KRWI05x2spzk4IbIwHRHAuZI7hmgZ1F3EoeaHS0bIG3Ha+7DGBqGx2O2cVsb7iEUC9SeSOJMgapHWNcnwNTEDNV6OWLq2+IZIGe5ma6mSaF1R2eSYiJZpWIYxCMx5TYAKxGs7pvuDcqy20Sk/Cy3aRBWnkErux31IJJGZ4k2HcCQS7HQPBCWUqK8I42tnDBbzrpiSFY4rhWSSOURooDIEJcalwQCPLBRqJGZLbXKyoskZDJIqurDwVYZBH5EUHrSlKBSlKBSlKBSlKBSlKBSlKBSlKBSlKBSlKBSlKBSlKDhytzynYTS3Km3RXaL7Q6mZFUDbJdSGU6iApU6tRUDfFb71i5dFlxSULrKXH70pfByZGYtpx7B9Q332960PLHMZspHbSzLKhjbQ/RkX3DwygHQ6nBzg+4xQdYcq8da7hDSoqTIAJgja1D75UE9ynGG0sAQHXPmt1VM8n+r1jbKVmu7iYTyIER7YQ9FSSncVcxiNU0dsYUDQSASxq4LS4EkaSDYOquNw3kA/MpIP6gkUH2W2RirMqs0Z1ISASpwVypPg4JGR7E1p+XIwZLmWIBLZpAkaKMKXQt1Zl+mt204Gx6GvJLmtjxfiC28LyuGIUAYXAJJIUAZI3JIrVcqX8aQrbM8YeNjFHlgDInc8ci79+uMFtQLZ0vvkHASGlKUClKUClKUClKUClKUClKUClKUClKUClKUClKUClKUFS/0h+XBLZx3iR5ktn0u48iFwfm+oD6f01N9TXO1ds8V4ZHdQyW8y6opkaNx+RGNj7H3B9iAaqq//o4WryM0V1NFGdWlNAk0kqoXuJyQH1E/UEDIxkhz3Vv+nnGrrhVtZXPXa4s72W4iazCrrXRnMsLMwGkacsTpVQ2TnORv5f6NsB+W8lXCsP6oElizlS3djZSgIAGdBO2cDdcH5RW04haWnc8VtZxsrMgCtIJZ2kIXGlSW6LEgk5WLOThgG0gveOzqs0cXCoElVXWOZrlpFBAOmQqFGoe+wr7JyfdX7QvxV7MC2kMiJaRyBiRpZT8TI3Uj7huqAZ0jf2E2rwvLsRIZGDlVwToUucZAJCrucedt8CgwLG8eKRbWcl2YMYZdvtFXciQD5ZFHn2I3GDlRtqrz1O5jcIsFplLlY1vUlYBSgIkVNIcjDNpkUltlXUTvgVMuXeLC7tYLkeJ40k8EbkAnAO+M5oNjSlKBSlKBSlKBSlKBSlKBSlKBSlKBSlKBSlKBSlKBSlKBVacy80sZob5I06NpK8A1DDlWd4ZGZ9WFTqRrlQpYAI5J3iqy6qzjvCjOL6xGAzuIlOCF+1L3CY07sE6qkrtp7j3g4IWhDKHUMM4YBhkFTg77g4I/Q0mgVxh1VhlWwwBGVIYHB9wwBH5gVXXp/wA4MJFspNTKwXos2kMA0fVUMBsMx74GPBK5TKxSnjvHmWaKxt//AFM+lmcjtiiJbL+CGchHCL4ypJ7QchGubOUxp6MUUTyfatw4SErCrEJI9vLHnQ65QyIGyuVCkBU7tH6JcwXEc1zwq+DRzRnrxxlFj06iWkACgAAllYYGNzjzUp5nsXRelFcXlxOTHM8QUTNpV9QeMYCwSB11Rs3bqiwQVDYyeMXsU2iVoLuC4tiXt5ntnfSxwCuE1Nodcqw27SdwcGgl1Kj9lzxaNGrTzRWsjKC0dw3w7g43wswRmXORqAwcGtnw7jVvc6jbzwzhMBulIsuM+NWgnHg+fpQZtKxbrisMTpHLLFHJKdMau6ozHIGEUnLHJA2+orBfjjykiyjS4C5DSPL0ocg4KpIqOXYe+lSBggkEYoNxXncXCxqzuQqICzE+AB7mos/qFFbv075Vt21MoKNJKvYrOx7oo5CAFYl1QoNu7etZFdNx2UiN2Thtu+l2RhqkcANpVlOx3BLD5QRg6yTGHthuNSeZ4bG3lR1ZGMReSJtWAVOWIcAH2XGN3J6U6rztrdY0WONVREARVUYAUDACgeAB7V6UClKUClKUClKUClKUClKUClKUClKUCofzJCyX8DgErcKittqAa3mEiAAfVZpmJPjpKR4IaYVHOdIe22mAz0rq3DeD2SSLEcAkAnUyb+R53xghWN5wgYjkQjtm6KsQZGSbpJLGyOcB9cLRjt0ksowckMkgsVurC/S54iQBcEQmYyB4wAukRhyV0gEa+4AEvJgErl/q2pm61uoUtcWkd1FlgoNxDJKRqJGH6yMEaTYtHEwxgbTS1uYeJ2JZ4g8U6ENG41A//R84IyAfBwDQZ1tcxyI8lr0nZ+476QZOmunqkAsp06AcjIGNvArwtnvAftFtXXKjsaSMgZ7mwVbJwdl23Tz3dtYcL5RtTBEZb7jKSmOPWotn7W0DIBNsT2tkjfIOW8kmsr9j7L/eHGR+lsw/wxbbYO4x4JJGCc0Fs1g8S4JbXODcW8E5TOnqxJLjOM6dQOM4Hj6VWn7H2X+8OMj9LZh/h+7bYO4+jEsME5rzh5X4fIuqPifFnXJGpICwyDpIBW2xswJ/JsnZt6DRJw6wXjFxJPHbxzQ3iQRWhjxE1viKJ5Xg6WkKIWkm168ZTOMDJu63v42iL2+mUIo0rGVG+gOqbkBCVK7HGzDxVKy8jcCMrSnifEBMHYs2kqyuvc2cQZVlG+NsAe1bjg1pw6zOYOM8SU5z3Jr9upuGgOe0s2DkYkY/ezQb3mbmtSkdsJIbhzraUSwrJFhT2C5gHfs+ldSaV6iEfMBEdlyJZBmlu1hFujhYI0R5GjeNO5ZUEmOmuWZVQKAulvmBBqF8W4Rwm7AFxxW9lwVbLQgnKqWGWNvnZDnH4d/qTtF4lagYHHuJgDYARIPu69v3b8Hd+m/igtCtZa8yW0sgihmSZzkHpfaqCASQ7plUOx2YjNV7K/DH/reJTz53PXthcAnTr1aJISgbTlshR2k+Aa3dtxyN1Bi4nevHuoMdiGXtOkgFbbGxBH6jFBOqVE+F8TlM8Sxz3V0jswmE1r8OqII3YOG6UeT1BGuMnaQ7bZEsoFKUoFKUoFKUoFKUoFKUoFKUoFa3mTh7XFpPChCySRSLGxyAsmk6HyASCr6WBG4KgjcVsqUFb8OvDrs5wCFLW7OD3ELc9eIHHuWkeMa/vYJwuK2vIpEM95ZjCiGXUiADtQ/KSQDjKdPAJGwACgKSdHNwxXW4sSWGJWgbDAOouJpmDeMIzpIpBwdWQu2Caz7e+/erDiGw+PhWGYAEATbDZTggknSzMc4gjXBIAoLApSlAqPR201lJM0cRnt55TcEJJiRGZUDhInGllLK0mVcHVKQFPkyGqa9b/VB7YnhtmxSVlBuJAcMquMiNPoxXBLfRhjycBPeH8LgnMhgub6L7R5Hi1vDpaRmckRyKCFLF9xtkNjxWb+y//F3/AP3/APxXJHCeYbm0Oq2nmgOVY9N2QEr41KDhv0IPmpba+uHF0UJ10fGe54kZjk53ON6C8+Z7VbO3aU3l8GOVTM2wOlnLHtPaiK8h2J0xtgE7VHfT2O+vnle4u7xbePYASrqDuEdY3wg0ukZBbzvKF2KEVB+ZeeJ7yBH4gYYyYVlMMRGWjZleFdLMxzJIFlYZTEcC/jXM/wCQfVDg6W0NpHMbcxjTi4UR5ZmJLFlzGCzEscEAa/agmX7L/wDF3/8A3/8AxWZwLgkVlAttAGEcZcjUxc5d2kYknc9zGs5WBAIOQdwR/wDlfaBSlKBSlKBSlKBSlKBSlKBSlKBSlKBSlKCEcZhEPEPp8V8POpyfnjkW3k3Jwna1sAAO7LD8xEuI3YEEdtgK1pP9mhAIaC4jkVSq520yLJEYyTkrpJGsGrL5m4W8qJJFnrW8iTKAQNShh1I8nbuTUBkgZxkgZqB3fCkvIY9JVJHjiijkMSyFftZMqUJ7ghAJi1AIUBJfGKCZXXOtpaWkVxdzogkjDLn5nIUE9NQoL7+4UDceMio5L698JCkiSdyASFELAkgeATgAn8zVB848OvY5tV5qbKqY3GTHocuVEZ8BSRJge+GO/mtFBLoZWwraSGww1KcHOGB8j8qDoXi/q9eTws/DeHTxxlAVuLpSFLOSqrCigrIzErp7iCTjH15+4hPI8rvMxeVmYuxbWS2dyWHnf3rfcV9RL65gS3klwqBkBTKMY2RIzGcHGghSSPfWc5GAIzQK3fKvCkll6s4LWsBRpgMan1HSkSDUpLSNhdjsCzeFNaVVycDydqsG7ZOG2wjXImt2Unb5+IFSWLd/y2sTgDA/rTk7HBCPc3cTLP0MglGaWdhsGuX+fA/Cm0Y3OemWGNZFR6vpr5QWVyLzte2Co8APwrFne3mk+y6QeTMkEjZaFQx05wQXHlidAtzl/wBaOHXTrE7NbTPp0rNp0nWEKgSISuTq8Eg7HOK5iivSq6Qsf3hqKgthgVIyfyJ/MbH2re8g39vHdBboxJFIVHUkjMgQhgwOV7lHncDOQBlfmAde0qvH9SI7K4SGWaG4spAirMGxNC7OFCXgY4+UkgnS+InyGIJqwlbIyPBoPtKUoFKUoFKUoFKUoFKUoFKUoFKUoFRrjXLbB+vaqhYskk0TdofQ4kDI2NpPmwD26n1HByTJaUFbxokoEUqK2loFljlAYhmuGOJUYHBbtOWGZMrsmxrQT+m/D5mjZoNBIVSI2ZASZnRiyg/Mq4yB8mMnqeKtPmCwtWjaa6RCtujydTdXRQNTlJFw6ZA30kZG1VHHxGQSvBHBxCcw4Ejm5eKOOTIkFuvTgkDdIsCNR7WLacDBIIvSvhx05jl3EGftm+9O0ec/2wAM+H+6IvNI/Srhx0/Zy7+ftW95zGwx/YUePueWMvislby4GMWd5tjH79cfXV5+E8k7sfLfe1V8F3cbfud5tjH79PjZtajHwnhW3UfdPy6aDTz8q2dlIk1pC8l0qhLcF3cfFFnKOQFI+ziAnJzggIdMYYZ/U/pxFewRkSyxARgQDSrDabpSSzDYyvIR1GOUKBkU6tOK2kjZ3bhMjlbea1Gq8uZDpmLNKwLWpPVcs2X8nOPFZvKF2t44iW5vY8uY2FwkRmjnjY3Cwyh1IIwsrIUVQoiYYVt6CveJejNwoBt54pu1SQ4MLZabojTuylT8wJIJAOATgGD8V4RNayGKdDG43wf1I2I+hBB+hUg4IIrqWflG7UExz28uNkWSJ4WOZeq2uZHdQWPzYi7gMbZ1DS8T9PJeII6XUEMTJBNCjhhK3UMokjaJsKwjGPDaCASu4JNBzRSva7tWikeKRSrxsUZSMEMpwQQfzrxoMm0mQYDqMHUC2nWQGXTspYLkHcHbepRyN6n3nC3UIzTWozqt3YhME5PTOD0znfIGNzkHNQ6lB2Fybzza8ViMlsx1JpEkbDDoSM4I9x5GobHSakNcV8F45PZyie2leKRcbqSMjIbSw8MpIGVO21dAenvrhb3aLDxBktrpRgu2Fik3xkH7jfUHA84PsAtSlfAa+0ClKUClK0dxx2WUOtjEJWUunVmJigDqShBIBeTDAghVxlcZGc0G8pVfX/Gb/h3RkvLiCVSuqZNagsF09U28S26uxVTqA1HYHP1pQWDSlKBSlKBSleF7eJDG80hCxxI0jsfZVBYn+4A0EO9SOY/h1VVUyvHonEYBbXMzlbVCAQTmZS+Bvi2O+cA7zkvl/wCBs44TgynMs7YALzP3OzY877foAPAqG8t2z3/Ei8seI+HubiXUuQb+VQFXOcHoQCNNhkMM5Pa1WdQKUpQKrn1DsBbXMd+BpiuQlndOq7o4YPa3JP1jmCbkHbA37RVjVg8b4RHd28ttMoaOZGjYEZ8+CPzBwQfYgGgcE4j8RAkpGlzlJF/DIjGORfJ+V1YeT4rOquPTvjLpM1rcArOrfCT5GkNcQx5jlG5P2tqgOfH7scYGNVj0HOn9ILlRbe7S9jAVLwHWBgfapjLY/tKVJ28gncmqnrr71E5TXidhLb4+0A6sJ+kqg6frsclT+Tn9a5DkjKkqRgqSCPzG1B+aUpQKUpQW76Tesvwaiy4gzNbAYhl3Yx/2HHkx/TG6+Nx8vQcE6uqujK6OAyspDKVIyCpGxBHuK4fqU8n+pN9wvtt5A0JJYwyDVGScZIGxU7DcEUHXVKrDg3r7YzRAyRzx3OGJhRTLnTk9smADkD3A9/1qUcC9QrS+gWe1MkrFo42iVcyoz52kHhQAGOonT2nBJ2oMnnTjzWlrK0C9S7aNzbxL3OzDA1LHuzhNQY4B2+la70651sL6BYbJnQ2saR9GX+sVFARSdyHGABqBO5381C+c+czCI4IFubmfrgZnVFY3LgKqxHANu8fvpAGJBsRJrHlyTysYJE4hdCWDiSTNLdElemsDAoEZVzl5MjAGXJ3PncJL6wyfYKur5obvt141YRT/AFWPtcefIx538Ur98Qnk4vI1mI5UtWWPrnqKU6LHqjBVTmWRRHgBjpUse3ILKCwKUpQKUpQKg/qRzJ8OqqimV4tE/TALapi5W1jIBBOqdS+F3xbNvnAMyvbxIY3lkYLHErSOx8BVBYk/oAarfl23e/4kXljIi4e5uZdS5BvpVCqmc6SYIBGu24YZye1qCY8lcv8AwNnHC2DM2ZZ2wAWmc6nY4877Z+ij2Fb2lKBSlKBSlKCufUOxFrcx3yjTFdBLO6dV+SQMHtbhiPeOYKCSDtgbnSKnHBOI/EQJKRpY5WRfwyIxjkTyfldWXyfFOOcIju7eW2mAaOZCjZGfPgj8wcEH6gGoP6d8adJWtbkFZ1Y2k+RpDXEMfZINyftbVFOfH7scYGNQWKa5E9TOFfC8VvIuwDrNIoQYULKBMoAwMYVwP1BrryoJ6jemljfJLdyq0dykR+1jOkkoMrrB7XO2nJ3wcewwHK9ZfCuFS3UyW9ujSTSnSir5J8/3ADJJ8AAmrY5c9K7FgJbiVgmxYSMuQQskjAKrKSnSAw5GSwU6dOVMy4tyLZxWctnbu/TkaGOaJETrO2oXAWJymeoANfTbKhSchAQ6hRXEuTpY2uhDqnXhzCK6YKF0vqdCVGolowyHvIBwQSFqP1fnF+WJpvhrbiDWVtDYELYq8weeSJdKgzWyq/xBKogKRtHk6h7jGr5l9Emuj1+GqYlC5ZbhRAJGycGBAMoMY2cL7e+cBS9Ky+KcJmtZGhuInhlXyrgqfJGR9Rt5GxrEoFXH6fI9vZqIo7oSSNcQzPbzkA4OMrD/AFc2B5eN1kCoSNl1VTlWpy/MkdhHDP8AC6pRFKLSVUVmUNtcqZdCh2iZhkuMpHgfOGQP3Y8OjtLgHiHVuby90w8OlZWiaGVXKiSeKQhvnMTB16gJEm7HOdz/AP0LvSeHzlbm5W4YyzBmxNOQUiTOjeNSChHnMbbaInNYhSSwiWLh8MrzcdTpXiTwSxrDIYyQkHagOOpPsS5xEP75n6bcoQpIzxktbWjtFBjGJH8tM5Hz5XpkEYGcncKmkJxy7wJLOERKdTnvlkOcySEDU7FmZvbABY4AAztXytpSgUrQc28Alu1QRSaChbKsWVWzpYZKg7hlXBwcZz7VGP8AZvcDxJBt4xqX5flx2nT5OPOnf5s7BY1M1XP+ze4HiSDbxjUvy7rjtOncnHnTue7OB+ZvTO4KsoliXIKgoWRhgdpQ6ToOScHfSd+7OAGw9SuZRbREgB/hlW7dTgAvr02yHcEgzqXwu+LZvyB9OS72zsbRIXuIjMSZbh8adU7nVIzHHsfJPhQp2XFRD/ZdxAwpbtcSmJDEy5eAMrIQoZXCF0YKqjUCSqqMa/kGxi5CvQFBVMgKM61XfPnC7Lg5bAyF1ZGonSAnX7X2f8dB+uRj65yNsDc58AgnAOaftfZ/x0H65H+ORtgbnPgEE4BzUGXkO827EHy/fAx3HHjOMHfbOM6hqJ0gOQ7zbsQePvgY7j9M4we7bOM6hqJ0AJz+19n/AB0H65H+ORtgbn6KQxwDmn7X2f8AHj/vyP8AHbbA7j9F7vG9QYch3n4EHj74H3vyzjB7vfGdQ1E6AHId5+CP2/8AcA+9/LB7vfGdW57KCc/tfZ/x0/n/AD2+nd/y93jen7X2f8dP5/6fTu/5e7xvUGHId5+CP2++B97+WD3fl8257KDkO8/An/WPxf693+bc9lBOf2vs/wCOn8/9Pp3f8vd43qAc7cTto7yK7glj03mizuSq7rIrdS1uCfcpIqnJB7MbHtr2/YO8/BH/ANY/F/r3f5vPZWJxH00vJgq5CBWDkK0bBsOCA4dSGXILaTsc6jkjp0E2i58thErOx62CskSDUySoGDxtvgEMpHn8/G9R7mfnUXUT28cZWKaNo3L4Ld2+UAJX5BnfOzZxhcNqT6bcQaYTSzSSsoYYLxKrZIUawiLrwqpjPtGrbECOsw8h3n4I/wDrH4v9e7/NseygifAbaOH7K5guZYkRVQ286RB2OqRyYy4KqxOQNR8BxoAGmX8Nv2Bzw20sbPVlevdTiWXD97JoBBxqzJtKykIzYJNfg8h3n4I/f74P3v55Pd+fzbHsoeQ7z8EZ8/fB+9/PJ7vbONWx7KCVcv8AD7O1ZpBdJPPNgvLJLGXYsgc+MfMFDYH3UUDtQAbocatzjE8BzjH2ifeUuMb+6gn9Bmq5l5GvACemredg6sT3D64zk92+M41HSRoON+yd4f8A48m/10nz3b5Iz4yc4ycE6T2kJ9xzl2x4tEEnWO4RDlWRslSyg5V0ORlSp/MFT9Kojnn0MurFZLi1b4q1QM520yooP3l8PgeWX8JOBUzuOAXKfPbzdwJ2QybHBOdP5kZBxk79pGmvJuET75gn985ic+4zntGd8Z8ZOD24wQoaFAWALBQSAWOSAPqcbnH5V1FyfLZ24XomNm6SRB5dAuGQdNEVpS+kAImrSAAwYaRlGzB47dAxdVQPJjUyqCzZ7hqYYMmfO/zY1duMHGfl+ORTHGjoXUqOgWB3VTlEQhWOmNT47hHntAIIWXxnipeabPTaSzTRbxBydV3IdK6saX7UeAHTgD4qQHVsalPCuHC3iWJSzaclmbGpmYlmdsADUzFmOABlj4qB8h+mAt2S6uJJ2ZZHnhgYqqIzZ7iqKvcMvhdgNbHCliBY9ApSlB//2Q==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032" name="AutoShape 8" descr="data:image/jpeg;base64,/9j/4AAQSkZJRgABAQAAAQABAAD/2wCEAAkGBhIQERQQEBIQERAQFRQQExYTFRgSFxwWGBcXFRwZExYYHyYeFxskGhwYIzIhIykqLjgtFSAyQTwqOCg3LjUBCQoKBQUFDQUFDSkYEhgpKSkpKSkpKSkpKSkpKSkpKSkpKSkpKSkpKSkpKSkpKSkpKSkpKSkpKSkpKSkpKSkpKf/AABEIALAA2AMBIgACEQEDEQH/xAAcAAEAAgMBAQEAAAAAAAAAAAAABgcEBQgDAQL/xABCEAACAQMCBQIDBQQHBwUBAAABAgMABBESIQUGEyIxB0EUMlEjQlJhcRYkU6EIM2KBkaLRF1VkcpKT4TRDRLHBFf/EABQBAQAAAAAAAAAAAAAAAAAAAAD/xAAUEQEAAAAAAAAAAAAAAAAAAAAA/9oADAMBAAIRAxEAPwCT+qfq6vC82tuvUvWXJLbJGGHazbd7e4Xx9T7GpOWfUXizzxRxSGYGVAY27I2kkkCq07ppbeRl3LDOw8bVFOZuOtfXc124CtO5fSN8DwBnAzhQBnAzjNS/0U4jDFxKESExSszIj7Mra109KRWI05x2spzk4IbIwHRHAuZI7hmgZ1F3EoeaHS0bIG3Ha+7DGBqGx2O2cVsb7iEUC9SeSOJMgapHWNcnwNTEDNV6OWLq2+IZIGe5ma6mSaF1R2eSYiJZpWIYxCMx5TYAKxGs7pvuDcqy20Sk/Cy3aRBWnkErux31IJJGZ4k2HcCQS7HQPBCWUqK8I42tnDBbzrpiSFY4rhWSSOURooDIEJcalwQCPLBRqJGZLbXKyoskZDJIqurDwVYZBH5EUHrSlKBSlKBSlKBSlKBSlKBSlKBSlKBSlKBSlKBSlKBSlKDhytzynYTS3Km3RXaL7Q6mZFUDbJdSGU6iApU6tRUDfFb71i5dFlxSULrKXH70pfByZGYtpx7B9Q332960PLHMZspHbSzLKhjbQ/RkX3DwygHQ6nBzg+4xQdYcq8da7hDSoqTIAJgja1D75UE9ynGG0sAQHXPmt1VM8n+r1jbKVmu7iYTyIER7YQ9FSSncVcxiNU0dsYUDQSASxq4LS4EkaSDYOquNw3kA/MpIP6gkUH2W2RirMqs0Z1ISASpwVypPg4JGR7E1p+XIwZLmWIBLZpAkaKMKXQt1Zl+mt204Gx6GvJLmtjxfiC28LyuGIUAYXAJJIUAZI3JIrVcqX8aQrbM8YeNjFHlgDInc8ci79+uMFtQLZ0vvkHASGlKUClKUClKUClKUClKUClKUClKUClKUClKUClKUClKUFS/0h+XBLZx3iR5ktn0u48iFwfm+oD6f01N9TXO1ds8V4ZHdQyW8y6opkaNx+RGNj7H3B9iAaqq//o4WryM0V1NFGdWlNAk0kqoXuJyQH1E/UEDIxkhz3Vv+nnGrrhVtZXPXa4s72W4iazCrrXRnMsLMwGkacsTpVQ2TnORv5f6NsB+W8lXCsP6oElizlS3djZSgIAGdBO2cDdcH5RW04haWnc8VtZxsrMgCtIJZ2kIXGlSW6LEgk5WLOThgG0gveOzqs0cXCoElVXWOZrlpFBAOmQqFGoe+wr7JyfdX7QvxV7MC2kMiJaRyBiRpZT8TI3Uj7huqAZ0jf2E2rwvLsRIZGDlVwToUucZAJCrucedt8CgwLG8eKRbWcl2YMYZdvtFXciQD5ZFHn2I3GDlRtqrz1O5jcIsFplLlY1vUlYBSgIkVNIcjDNpkUltlXUTvgVMuXeLC7tYLkeJ40k8EbkAnAO+M5oNjSlKBSlKBSlKBSlKBSlKBSlKBSlKBSlKBSlKBSlKBSlKBVacy80sZob5I06NpK8A1DDlWd4ZGZ9WFTqRrlQpYAI5J3iqy6qzjvCjOL6xGAzuIlOCF+1L3CY07sE6qkrtp7j3g4IWhDKHUMM4YBhkFTg77g4I/Q0mgVxh1VhlWwwBGVIYHB9wwBH5gVXXp/wA4MJFspNTKwXos2kMA0fVUMBsMx74GPBK5TKxSnjvHmWaKxt//AFM+lmcjtiiJbL+CGchHCL4ypJ7QchGubOUxp6MUUTyfatw4SErCrEJI9vLHnQ65QyIGyuVCkBU7tH6JcwXEc1zwq+DRzRnrxxlFj06iWkACgAAllYYGNzjzUp5nsXRelFcXlxOTHM8QUTNpV9QeMYCwSB11Rs3bqiwQVDYyeMXsU2iVoLuC4tiXt5ntnfSxwCuE1Nodcqw27SdwcGgl1Kj9lzxaNGrTzRWsjKC0dw3w7g43wswRmXORqAwcGtnw7jVvc6jbzwzhMBulIsuM+NWgnHg+fpQZtKxbrisMTpHLLFHJKdMau6ozHIGEUnLHJA2+orBfjjykiyjS4C5DSPL0ocg4KpIqOXYe+lSBggkEYoNxXncXCxqzuQqICzE+AB7mos/qFFbv075Vt21MoKNJKvYrOx7oo5CAFYl1QoNu7etZFdNx2UiN2Thtu+l2RhqkcANpVlOx3BLD5QRg6yTGHthuNSeZ4bG3lR1ZGMReSJtWAVOWIcAH2XGN3J6U6rztrdY0WONVREARVUYAUDACgeAB7V6UClKUClKUClKUClKUClKUClKUClKUCofzJCyX8DgErcKittqAa3mEiAAfVZpmJPjpKR4IaYVHOdIe22mAz0rq3DeD2SSLEcAkAnUyb+R53xghWN5wgYjkQjtm6KsQZGSbpJLGyOcB9cLRjt0ksowckMkgsVurC/S54iQBcEQmYyB4wAukRhyV0gEa+4AEvJgErl/q2pm61uoUtcWkd1FlgoNxDJKRqJGH6yMEaTYtHEwxgbTS1uYeJ2JZ4g8U6ENG41A//R84IyAfBwDQZ1tcxyI8lr0nZ+476QZOmunqkAsp06AcjIGNvArwtnvAftFtXXKjsaSMgZ7mwVbJwdl23Tz3dtYcL5RtTBEZb7jKSmOPWotn7W0DIBNsT2tkjfIOW8kmsr9j7L/eHGR+lsw/wxbbYO4x4JJGCc0Fs1g8S4JbXODcW8E5TOnqxJLjOM6dQOM4Hj6VWn7H2X+8OMj9LZh/h+7bYO4+jEsME5rzh5X4fIuqPifFnXJGpICwyDpIBW2xswJ/JsnZt6DRJw6wXjFxJPHbxzQ3iQRWhjxE1viKJ5Xg6WkKIWkm168ZTOMDJu63v42iL2+mUIo0rGVG+gOqbkBCVK7HGzDxVKy8jcCMrSnifEBMHYs2kqyuvc2cQZVlG+NsAe1bjg1pw6zOYOM8SU5z3Jr9upuGgOe0s2DkYkY/ezQb3mbmtSkdsJIbhzraUSwrJFhT2C5gHfs+ldSaV6iEfMBEdlyJZBmlu1hFujhYI0R5GjeNO5ZUEmOmuWZVQKAulvmBBqF8W4Rwm7AFxxW9lwVbLQgnKqWGWNvnZDnH4d/qTtF4lagYHHuJgDYARIPu69v3b8Hd+m/igtCtZa8yW0sgihmSZzkHpfaqCASQ7plUOx2YjNV7K/DH/reJTz53PXthcAnTr1aJISgbTlshR2k+Aa3dtxyN1Bi4nevHuoMdiGXtOkgFbbGxBH6jFBOqVE+F8TlM8Sxz3V0jswmE1r8OqII3YOG6UeT1BGuMnaQ7bZEsoFKUoFKUoFKUoFKUoFKUoFKUoFa3mTh7XFpPChCySRSLGxyAsmk6HyASCr6WBG4KgjcVsqUFb8OvDrs5wCFLW7OD3ELc9eIHHuWkeMa/vYJwuK2vIpEM95ZjCiGXUiADtQ/KSQDjKdPAJGwACgKSdHNwxXW4sSWGJWgbDAOouJpmDeMIzpIpBwdWQu2Caz7e+/erDiGw+PhWGYAEATbDZTggknSzMc4gjXBIAoLApSlAqPR201lJM0cRnt55TcEJJiRGZUDhInGllLK0mVcHVKQFPkyGqa9b/VB7YnhtmxSVlBuJAcMquMiNPoxXBLfRhjycBPeH8LgnMhgub6L7R5Hi1vDpaRmckRyKCFLF9xtkNjxWb+y//F3/AP3/APxXJHCeYbm0Oq2nmgOVY9N2QEr41KDhv0IPmpba+uHF0UJ10fGe54kZjk53ON6C8+Z7VbO3aU3l8GOVTM2wOlnLHtPaiK8h2J0xtgE7VHfT2O+vnle4u7xbePYASrqDuEdY3wg0ukZBbzvKF2KEVB+ZeeJ7yBH4gYYyYVlMMRGWjZleFdLMxzJIFlYZTEcC/jXM/wCQfVDg6W0NpHMbcxjTi4UR5ZmJLFlzGCzEscEAa/agmX7L/wDF3/8A3/8AxWZwLgkVlAttAGEcZcjUxc5d2kYknc9zGs5WBAIOQdwR/wDlfaBSlKBSlKBSlKBSlKBSlKBSlKBSlKBSlKCEcZhEPEPp8V8POpyfnjkW3k3Jwna1sAAO7LD8xEuI3YEEdtgK1pP9mhAIaC4jkVSq520yLJEYyTkrpJGsGrL5m4W8qJJFnrW8iTKAQNShh1I8nbuTUBkgZxkgZqB3fCkvIY9JVJHjiijkMSyFftZMqUJ7ghAJi1AIUBJfGKCZXXOtpaWkVxdzogkjDLn5nIUE9NQoL7+4UDceMio5L698JCkiSdyASFELAkgeATgAn8zVB848OvY5tV5qbKqY3GTHocuVEZ8BSRJge+GO/mtFBLoZWwraSGww1KcHOGB8j8qDoXi/q9eTws/DeHTxxlAVuLpSFLOSqrCigrIzErp7iCTjH15+4hPI8rvMxeVmYuxbWS2dyWHnf3rfcV9RL65gS3klwqBkBTKMY2RIzGcHGghSSPfWc5GAIzQK3fKvCkll6s4LWsBRpgMan1HSkSDUpLSNhdjsCzeFNaVVycDydqsG7ZOG2wjXImt2Unb5+IFSWLd/y2sTgDA/rTk7HBCPc3cTLP0MglGaWdhsGuX+fA/Cm0Y3OemWGNZFR6vpr5QWVyLzte2Co8APwrFne3mk+y6QeTMkEjZaFQx05wQXHlidAtzl/wBaOHXTrE7NbTPp0rNp0nWEKgSISuTq8Eg7HOK5iivSq6Qsf3hqKgthgVIyfyJ/MbH2re8g39vHdBboxJFIVHUkjMgQhgwOV7lHncDOQBlfmAde0qvH9SI7K4SGWaG4spAirMGxNC7OFCXgY4+UkgnS+InyGIJqwlbIyPBoPtKUoFKUoFKUoFKUoFKUoFKUoFKUoFRrjXLbB+vaqhYskk0TdofQ4kDI2NpPmwD26n1HByTJaUFbxokoEUqK2loFljlAYhmuGOJUYHBbtOWGZMrsmxrQT+m/D5mjZoNBIVSI2ZASZnRiyg/Mq4yB8mMnqeKtPmCwtWjaa6RCtujydTdXRQNTlJFw6ZA30kZG1VHHxGQSvBHBxCcw4Ejm5eKOOTIkFuvTgkDdIsCNR7WLacDBIIvSvhx05jl3EGftm+9O0ec/2wAM+H+6IvNI/Srhx0/Zy7+ftW95zGwx/YUePueWMvislby4GMWd5tjH79cfXV5+E8k7sfLfe1V8F3cbfud5tjH79PjZtajHwnhW3UfdPy6aDTz8q2dlIk1pC8l0qhLcF3cfFFnKOQFI+ziAnJzggIdMYYZ/U/pxFewRkSyxARgQDSrDabpSSzDYyvIR1GOUKBkU6tOK2kjZ3bhMjlbea1Gq8uZDpmLNKwLWpPVcs2X8nOPFZvKF2t44iW5vY8uY2FwkRmjnjY3Cwyh1IIwsrIUVQoiYYVt6CveJejNwoBt54pu1SQ4MLZabojTuylT8wJIJAOATgGD8V4RNayGKdDG43wf1I2I+hBB+hUg4IIrqWflG7UExz28uNkWSJ4WOZeq2uZHdQWPzYi7gMbZ1DS8T9PJeII6XUEMTJBNCjhhK3UMokjaJsKwjGPDaCASu4JNBzRSva7tWikeKRSrxsUZSMEMpwQQfzrxoMm0mQYDqMHUC2nWQGXTspYLkHcHbepRyN6n3nC3UIzTWozqt3YhME5PTOD0znfIGNzkHNQ6lB2Fybzza8ViMlsx1JpEkbDDoSM4I9x5GobHSakNcV8F45PZyie2leKRcbqSMjIbSw8MpIGVO21dAenvrhb3aLDxBktrpRgu2Fik3xkH7jfUHA84PsAtSlfAa+0ClKUClK0dxx2WUOtjEJWUunVmJigDqShBIBeTDAghVxlcZGc0G8pVfX/Gb/h3RkvLiCVSuqZNagsF09U28S26uxVTqA1HYHP1pQWDSlKBSlKBSleF7eJDG80hCxxI0jsfZVBYn+4A0EO9SOY/h1VVUyvHonEYBbXMzlbVCAQTmZS+Bvi2O+cA7zkvl/wCBs44TgynMs7YALzP3OzY877foAPAqG8t2z3/Ei8seI+HubiXUuQb+VQFXOcHoQCNNhkMM5Pa1WdQKUpQKrn1DsBbXMd+BpiuQlndOq7o4YPa3JP1jmCbkHbA37RVjVg8b4RHd28ttMoaOZGjYEZ8+CPzBwQfYgGgcE4j8RAkpGlzlJF/DIjGORfJ+V1YeT4rOquPTvjLpM1rcArOrfCT5GkNcQx5jlG5P2tqgOfH7scYGNVj0HOn9ILlRbe7S9jAVLwHWBgfapjLY/tKVJ28gncmqnrr71E5TXidhLb4+0A6sJ+kqg6frsclT+Tn9a5DkjKkqRgqSCPzG1B+aUpQKUpQW76Tesvwaiy4gzNbAYhl3Yx/2HHkx/TG6+Nx8vQcE6uqujK6OAyspDKVIyCpGxBHuK4fqU8n+pN9wvtt5A0JJYwyDVGScZIGxU7DcEUHXVKrDg3r7YzRAyRzx3OGJhRTLnTk9smADkD3A9/1qUcC9QrS+gWe1MkrFo42iVcyoz52kHhQAGOonT2nBJ2oMnnTjzWlrK0C9S7aNzbxL3OzDA1LHuzhNQY4B2+la70651sL6BYbJnQ2saR9GX+sVFARSdyHGABqBO5381C+c+czCI4IFubmfrgZnVFY3LgKqxHANu8fvpAGJBsRJrHlyTysYJE4hdCWDiSTNLdElemsDAoEZVzl5MjAGXJ3PncJL6wyfYKur5obvt141YRT/AFWPtcefIx538Ur98Qnk4vI1mI5UtWWPrnqKU6LHqjBVTmWRRHgBjpUse3ILKCwKUpQKUpQKg/qRzJ8OqqimV4tE/TALapi5W1jIBBOqdS+F3xbNvnAMyvbxIY3lkYLHErSOx8BVBYk/oAarfl23e/4kXljIi4e5uZdS5BvpVCqmc6SYIBGu24YZye1qCY8lcv8AwNnHC2DM2ZZ2wAWmc6nY4877Z+ij2Fb2lKBSlKBSlKCufUOxFrcx3yjTFdBLO6dV+SQMHtbhiPeOYKCSDtgbnSKnHBOI/EQJKRpY5WRfwyIxjkTyfldWXyfFOOcIju7eW2mAaOZCjZGfPgj8wcEH6gGoP6d8adJWtbkFZ1Y2k+RpDXEMfZINyftbVFOfH7scYGNQWKa5E9TOFfC8VvIuwDrNIoQYULKBMoAwMYVwP1BrryoJ6jemljfJLdyq0dykR+1jOkkoMrrB7XO2nJ3wcewwHK9ZfCuFS3UyW9ujSTSnSir5J8/3ADJJ8AAmrY5c9K7FgJbiVgmxYSMuQQskjAKrKSnSAw5GSwU6dOVMy4tyLZxWctnbu/TkaGOaJETrO2oXAWJymeoANfTbKhSchAQ6hRXEuTpY2uhDqnXhzCK6YKF0vqdCVGolowyHvIBwQSFqP1fnF+WJpvhrbiDWVtDYELYq8weeSJdKgzWyq/xBKogKRtHk6h7jGr5l9Emuj1+GqYlC5ZbhRAJGycGBAMoMY2cL7e+cBS9Ky+KcJmtZGhuInhlXyrgqfJGR9Rt5GxrEoFXH6fI9vZqIo7oSSNcQzPbzkA4OMrD/AFc2B5eN1kCoSNl1VTlWpy/MkdhHDP8AC6pRFKLSVUVmUNtcqZdCh2iZhkuMpHgfOGQP3Y8OjtLgHiHVuby90w8OlZWiaGVXKiSeKQhvnMTB16gJEm7HOdz/AP0LvSeHzlbm5W4YyzBmxNOQUiTOjeNSChHnMbbaInNYhSSwiWLh8MrzcdTpXiTwSxrDIYyQkHagOOpPsS5xEP75n6bcoQpIzxktbWjtFBjGJH8tM5Hz5XpkEYGcncKmkJxy7wJLOERKdTnvlkOcySEDU7FmZvbABY4AAztXytpSgUrQc28Alu1QRSaChbKsWVWzpYZKg7hlXBwcZz7VGP8AZvcDxJBt4xqX5flx2nT5OPOnf5s7BY1M1XP+ze4HiSDbxjUvy7rjtOncnHnTue7OB+ZvTO4KsoliXIKgoWRhgdpQ6ToOScHfSd+7OAGw9SuZRbREgB/hlW7dTgAvr02yHcEgzqXwu+LZvyB9OS72zsbRIXuIjMSZbh8adU7nVIzHHsfJPhQp2XFRD/ZdxAwpbtcSmJDEy5eAMrIQoZXCF0YKqjUCSqqMa/kGxi5CvQFBVMgKM61XfPnC7Lg5bAyF1ZGonSAnX7X2f8dB+uRj65yNsDc58AgnAOaftfZ/x0H65H+ORtgbnPgEE4BzUGXkO827EHy/fAx3HHjOMHfbOM6hqJ0gOQ7zbsQePvgY7j9M4we7bOM6hqJ0AJz+19n/AB0H65H+ORtgbn6KQxwDmn7X2f8AHj/vyP8AHbbA7j9F7vG9QYch3n4EHj74H3vyzjB7vfGdQ1E6AHId5+CP2/8AcA+9/LB7vfGdW57KCc/tfZ/x0/n/AD2+nd/y93jen7X2f8dP5/6fTu/5e7xvUGHId5+CP2++B97+WD3fl8257KDkO8/An/WPxf693+bc9lBOf2vs/wCOn8/9Pp3f8vd43qAc7cTto7yK7glj03mizuSq7rIrdS1uCfcpIqnJB7MbHtr2/YO8/BH/ANY/F/r3f5vPZWJxH00vJgq5CBWDkK0bBsOCA4dSGXILaTsc6jkjp0E2i58thErOx62CskSDUySoGDxtvgEMpHn8/G9R7mfnUXUT28cZWKaNo3L4Ld2+UAJX5BnfOzZxhcNqT6bcQaYTSzSSsoYYLxKrZIUawiLrwqpjPtGrbECOsw8h3n4I/wDrH4v9e7/NseygifAbaOH7K5guZYkRVQ286RB2OqRyYy4KqxOQNR8BxoAGmX8Nv2Bzw20sbPVlevdTiWXD97JoBBxqzJtKykIzYJNfg8h3n4I/f74P3v55Pd+fzbHsoeQ7z8EZ8/fB+9/PJ7vbONWx7KCVcv8AD7O1ZpBdJPPNgvLJLGXYsgc+MfMFDYH3UUDtQAbocatzjE8BzjH2ifeUuMb+6gn9Bmq5l5GvACemredg6sT3D64zk92+M41HSRoON+yd4f8A48m/10nz3b5Iz4yc4ycE6T2kJ9xzl2x4tEEnWO4RDlWRslSyg5V0ORlSp/MFT9Kojnn0MurFZLi1b4q1QM520yooP3l8PgeWX8JOBUzuOAXKfPbzdwJ2QybHBOdP5kZBxk79pGmvJuET75gn985ic+4zntGd8Z8ZOD24wQoaFAWALBQSAWOSAPqcbnH5V1FyfLZ24XomNm6SRB5dAuGQdNEVpS+kAImrSAAwYaRlGzB47dAxdVQPJjUyqCzZ7hqYYMmfO/zY1duMHGfl+ORTHGjoXUqOgWB3VTlEQhWOmNT47hHntAIIWXxnipeabPTaSzTRbxBydV3IdK6saX7UeAHTgD4qQHVsalPCuHC3iWJSzaclmbGpmYlmdsADUzFmOABlj4qB8h+mAt2S6uJJ2ZZHnhgYqqIzZ7iqKvcMvhdgNbHCliBY9ApSlB//2Q==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034" name="AutoShape 10" descr="data:image/jpeg;base64,/9j/4AAQSkZJRgABAQAAAQABAAD/2wCEAAkGBhIQERQQEBIQERAQFRQQExYTFRgSFxwWGBcXFRwZExYYHyYeFxskGhwYIzIhIykqLjgtFSAyQTwqOCg3LjUBCQoKBQUFDQUFDSkYEhgpKSkpKSkpKSkpKSkpKSkpKSkpKSkpKSkpKSkpKSkpKSkpKSkpKSkpKSkpKSkpKSkpKf/AABEIALAA2AMBIgACEQEDEQH/xAAcAAEAAgMBAQEAAAAAAAAAAAAABgcEBQgDAQL/xABCEAACAQMCBQIDBQQHBwUBAAABAgMABBESIQUGEyIxB0EUMlEjQlJhcRYkU6EIM2KBkaLRF1VkcpKT4TRDRLHBFf/EABQBAQAAAAAAAAAAAAAAAAAAAAD/xAAUEQEAAAAAAAAAAAAAAAAAAAAA/9oADAMBAAIRAxEAPwCT+qfq6vC82tuvUvWXJLbJGGHazbd7e4Xx9T7GpOWfUXizzxRxSGYGVAY27I2kkkCq07ppbeRl3LDOw8bVFOZuOtfXc124CtO5fSN8DwBnAzhQBnAzjNS/0U4jDFxKESExSszIj7Mra109KRWI05x2spzk4IbIwHRHAuZI7hmgZ1F3EoeaHS0bIG3Ha+7DGBqGx2O2cVsb7iEUC9SeSOJMgapHWNcnwNTEDNV6OWLq2+IZIGe5ma6mSaF1R2eSYiJZpWIYxCMx5TYAKxGs7pvuDcqy20Sk/Cy3aRBWnkErux31IJJGZ4k2HcCQS7HQPBCWUqK8I42tnDBbzrpiSFY4rhWSSOURooDIEJcalwQCPLBRqJGZLbXKyoskZDJIqurDwVYZBH5EUHrSlKBSlKBSlKBSlKBSlKBSlKBSlKBSlKBSlKBSlKBSlKDhytzynYTS3Km3RXaL7Q6mZFUDbJdSGU6iApU6tRUDfFb71i5dFlxSULrKXH70pfByZGYtpx7B9Q332960PLHMZspHbSzLKhjbQ/RkX3DwygHQ6nBzg+4xQdYcq8da7hDSoqTIAJgja1D75UE9ynGG0sAQHXPmt1VM8n+r1jbKVmu7iYTyIER7YQ9FSSncVcxiNU0dsYUDQSASxq4LS4EkaSDYOquNw3kA/MpIP6gkUH2W2RirMqs0Z1ISASpwVypPg4JGR7E1p+XIwZLmWIBLZpAkaKMKXQt1Zl+mt204Gx6GvJLmtjxfiC28LyuGIUAYXAJJIUAZI3JIrVcqX8aQrbM8YeNjFHlgDInc8ci79+uMFtQLZ0vvkHASGlKUClKUClKUClKUClKUClKUClKUClKUClKUClKUClKUFS/0h+XBLZx3iR5ktn0u48iFwfm+oD6f01N9TXO1ds8V4ZHdQyW8y6opkaNx+RGNj7H3B9iAaqq//o4WryM0V1NFGdWlNAk0kqoXuJyQH1E/UEDIxkhz3Vv+nnGrrhVtZXPXa4s72W4iazCrrXRnMsLMwGkacsTpVQ2TnORv5f6NsB+W8lXCsP6oElizlS3djZSgIAGdBO2cDdcH5RW04haWnc8VtZxsrMgCtIJZ2kIXGlSW6LEgk5WLOThgG0gveOzqs0cXCoElVXWOZrlpFBAOmQqFGoe+wr7JyfdX7QvxV7MC2kMiJaRyBiRpZT8TI3Uj7huqAZ0jf2E2rwvLsRIZGDlVwToUucZAJCrucedt8CgwLG8eKRbWcl2YMYZdvtFXciQD5ZFHn2I3GDlRtqrz1O5jcIsFplLlY1vUlYBSgIkVNIcjDNpkUltlXUTvgVMuXeLC7tYLkeJ40k8EbkAnAO+M5oNjSlKBSlKBSlKBSlKBSlKBSlKBSlKBSlKBSlKBSlKBSlKBVacy80sZob5I06NpK8A1DDlWd4ZGZ9WFTqRrlQpYAI5J3iqy6qzjvCjOL6xGAzuIlOCF+1L3CY07sE6qkrtp7j3g4IWhDKHUMM4YBhkFTg77g4I/Q0mgVxh1VhlWwwBGVIYHB9wwBH5gVXXp/wA4MJFspNTKwXos2kMA0fVUMBsMx74GPBK5TKxSnjvHmWaKxt//AFM+lmcjtiiJbL+CGchHCL4ypJ7QchGubOUxp6MUUTyfatw4SErCrEJI9vLHnQ65QyIGyuVCkBU7tH6JcwXEc1zwq+DRzRnrxxlFj06iWkACgAAllYYGNzjzUp5nsXRelFcXlxOTHM8QUTNpV9QeMYCwSB11Rs3bqiwQVDYyeMXsU2iVoLuC4tiXt5ntnfSxwCuE1Nodcqw27SdwcGgl1Kj9lzxaNGrTzRWsjKC0dw3w7g43wswRmXORqAwcGtnw7jVvc6jbzwzhMBulIsuM+NWgnHg+fpQZtKxbrisMTpHLLFHJKdMau6ozHIGEUnLHJA2+orBfjjykiyjS4C5DSPL0ocg4KpIqOXYe+lSBggkEYoNxXncXCxqzuQqICzE+AB7mos/qFFbv075Vt21MoKNJKvYrOx7oo5CAFYl1QoNu7etZFdNx2UiN2Thtu+l2RhqkcANpVlOx3BLD5QRg6yTGHthuNSeZ4bG3lR1ZGMReSJtWAVOWIcAH2XGN3J6U6rztrdY0WONVREARVUYAUDACgeAB7V6UClKUClKUClKUClKUClKUClKUClKUCofzJCyX8DgErcKittqAa3mEiAAfVZpmJPjpKR4IaYVHOdIe22mAz0rq3DeD2SSLEcAkAnUyb+R53xghWN5wgYjkQjtm6KsQZGSbpJLGyOcB9cLRjt0ksowckMkgsVurC/S54iQBcEQmYyB4wAukRhyV0gEa+4AEvJgErl/q2pm61uoUtcWkd1FlgoNxDJKRqJGH6yMEaTYtHEwxgbTS1uYeJ2JZ4g8U6ENG41A//R84IyAfBwDQZ1tcxyI8lr0nZ+476QZOmunqkAsp06AcjIGNvArwtnvAftFtXXKjsaSMgZ7mwVbJwdl23Tz3dtYcL5RtTBEZb7jKSmOPWotn7W0DIBNsT2tkjfIOW8kmsr9j7L/eHGR+lsw/wxbbYO4x4JJGCc0Fs1g8S4JbXODcW8E5TOnqxJLjOM6dQOM4Hj6VWn7H2X+8OMj9LZh/h+7bYO4+jEsME5rzh5X4fIuqPifFnXJGpICwyDpIBW2xswJ/JsnZt6DRJw6wXjFxJPHbxzQ3iQRWhjxE1viKJ5Xg6WkKIWkm168ZTOMDJu63v42iL2+mUIo0rGVG+gOqbkBCVK7HGzDxVKy8jcCMrSnifEBMHYs2kqyuvc2cQZVlG+NsAe1bjg1pw6zOYOM8SU5z3Jr9upuGgOe0s2DkYkY/ezQb3mbmtSkdsJIbhzraUSwrJFhT2C5gHfs+ldSaV6iEfMBEdlyJZBmlu1hFujhYI0R5GjeNO5ZUEmOmuWZVQKAulvmBBqF8W4Rwm7AFxxW9lwVbLQgnKqWGWNvnZDnH4d/qTtF4lagYHHuJgDYARIPu69v3b8Hd+m/igtCtZa8yW0sgihmSZzkHpfaqCASQ7plUOx2YjNV7K/DH/reJTz53PXthcAnTr1aJISgbTlshR2k+Aa3dtxyN1Bi4nevHuoMdiGXtOkgFbbGxBH6jFBOqVE+F8TlM8Sxz3V0jswmE1r8OqII3YOG6UeT1BGuMnaQ7bZEsoFKUoFKUoFKUoFKUoFKUoFKUoFa3mTh7XFpPChCySRSLGxyAsmk6HyASCr6WBG4KgjcVsqUFb8OvDrs5wCFLW7OD3ELc9eIHHuWkeMa/vYJwuK2vIpEM95ZjCiGXUiADtQ/KSQDjKdPAJGwACgKSdHNwxXW4sSWGJWgbDAOouJpmDeMIzpIpBwdWQu2Caz7e+/erDiGw+PhWGYAEATbDZTggknSzMc4gjXBIAoLApSlAqPR201lJM0cRnt55TcEJJiRGZUDhInGllLK0mVcHVKQFPkyGqa9b/VB7YnhtmxSVlBuJAcMquMiNPoxXBLfRhjycBPeH8LgnMhgub6L7R5Hi1vDpaRmckRyKCFLF9xtkNjxWb+y//F3/AP3/APxXJHCeYbm0Oq2nmgOVY9N2QEr41KDhv0IPmpba+uHF0UJ10fGe54kZjk53ON6C8+Z7VbO3aU3l8GOVTM2wOlnLHtPaiK8h2J0xtgE7VHfT2O+vnle4u7xbePYASrqDuEdY3wg0ukZBbzvKF2KEVB+ZeeJ7yBH4gYYyYVlMMRGWjZleFdLMxzJIFlYZTEcC/jXM/wCQfVDg6W0NpHMbcxjTi4UR5ZmJLFlzGCzEscEAa/agmX7L/wDF3/8A3/8AxWZwLgkVlAttAGEcZcjUxc5d2kYknc9zGs5WBAIOQdwR/wDlfaBSlKBSlKBSlKBSlKBSlKBSlKBSlKBSlKCEcZhEPEPp8V8POpyfnjkW3k3Jwna1sAAO7LD8xEuI3YEEdtgK1pP9mhAIaC4jkVSq520yLJEYyTkrpJGsGrL5m4W8qJJFnrW8iTKAQNShh1I8nbuTUBkgZxkgZqB3fCkvIY9JVJHjiijkMSyFftZMqUJ7ghAJi1AIUBJfGKCZXXOtpaWkVxdzogkjDLn5nIUE9NQoL7+4UDceMio5L698JCkiSdyASFELAkgeATgAn8zVB848OvY5tV5qbKqY3GTHocuVEZ8BSRJge+GO/mtFBLoZWwraSGww1KcHOGB8j8qDoXi/q9eTws/DeHTxxlAVuLpSFLOSqrCigrIzErp7iCTjH15+4hPI8rvMxeVmYuxbWS2dyWHnf3rfcV9RL65gS3klwqBkBTKMY2RIzGcHGghSSPfWc5GAIzQK3fKvCkll6s4LWsBRpgMan1HSkSDUpLSNhdjsCzeFNaVVycDydqsG7ZOG2wjXImt2Unb5+IFSWLd/y2sTgDA/rTk7HBCPc3cTLP0MglGaWdhsGuX+fA/Cm0Y3OemWGNZFR6vpr5QWVyLzte2Co8APwrFne3mk+y6QeTMkEjZaFQx05wQXHlidAtzl/wBaOHXTrE7NbTPp0rNp0nWEKgSISuTq8Eg7HOK5iivSq6Qsf3hqKgthgVIyfyJ/MbH2re8g39vHdBboxJFIVHUkjMgQhgwOV7lHncDOQBlfmAde0qvH9SI7K4SGWaG4spAirMGxNC7OFCXgY4+UkgnS+InyGIJqwlbIyPBoPtKUoFKUoFKUoFKUoFKUoFKUoFKUoFRrjXLbB+vaqhYskk0TdofQ4kDI2NpPmwD26n1HByTJaUFbxokoEUqK2loFljlAYhmuGOJUYHBbtOWGZMrsmxrQT+m/D5mjZoNBIVSI2ZASZnRiyg/Mq4yB8mMnqeKtPmCwtWjaa6RCtujydTdXRQNTlJFw6ZA30kZG1VHHxGQSvBHBxCcw4Ejm5eKOOTIkFuvTgkDdIsCNR7WLacDBIIvSvhx05jl3EGftm+9O0ec/2wAM+H+6IvNI/Srhx0/Zy7+ftW95zGwx/YUePueWMvislby4GMWd5tjH79cfXV5+E8k7sfLfe1V8F3cbfud5tjH79PjZtajHwnhW3UfdPy6aDTz8q2dlIk1pC8l0qhLcF3cfFFnKOQFI+ziAnJzggIdMYYZ/U/pxFewRkSyxARgQDSrDabpSSzDYyvIR1GOUKBkU6tOK2kjZ3bhMjlbea1Gq8uZDpmLNKwLWpPVcs2X8nOPFZvKF2t44iW5vY8uY2FwkRmjnjY3Cwyh1IIwsrIUVQoiYYVt6CveJejNwoBt54pu1SQ4MLZabojTuylT8wJIJAOATgGD8V4RNayGKdDG43wf1I2I+hBB+hUg4IIrqWflG7UExz28uNkWSJ4WOZeq2uZHdQWPzYi7gMbZ1DS8T9PJeII6XUEMTJBNCjhhK3UMokjaJsKwjGPDaCASu4JNBzRSva7tWikeKRSrxsUZSMEMpwQQfzrxoMm0mQYDqMHUC2nWQGXTspYLkHcHbepRyN6n3nC3UIzTWozqt3YhME5PTOD0znfIGNzkHNQ6lB2Fybzza8ViMlsx1JpEkbDDoSM4I9x5GobHSakNcV8F45PZyie2leKRcbqSMjIbSw8MpIGVO21dAenvrhb3aLDxBktrpRgu2Fik3xkH7jfUHA84PsAtSlfAa+0ClKUClK0dxx2WUOtjEJWUunVmJigDqShBIBeTDAghVxlcZGc0G8pVfX/Gb/h3RkvLiCVSuqZNagsF09U28S26uxVTqA1HYHP1pQWDSlKBSlKBSleF7eJDG80hCxxI0jsfZVBYn+4A0EO9SOY/h1VVUyvHonEYBbXMzlbVCAQTmZS+Bvi2O+cA7zkvl/wCBs44TgynMs7YALzP3OzY877foAPAqG8t2z3/Ei8seI+HubiXUuQb+VQFXOcHoQCNNhkMM5Pa1WdQKUpQKrn1DsBbXMd+BpiuQlndOq7o4YPa3JP1jmCbkHbA37RVjVg8b4RHd28ttMoaOZGjYEZ8+CPzBwQfYgGgcE4j8RAkpGlzlJF/DIjGORfJ+V1YeT4rOquPTvjLpM1rcArOrfCT5GkNcQx5jlG5P2tqgOfH7scYGNVj0HOn9ILlRbe7S9jAVLwHWBgfapjLY/tKVJ28gncmqnrr71E5TXidhLb4+0A6sJ+kqg6frsclT+Tn9a5DkjKkqRgqSCPzG1B+aUpQKUpQW76Tesvwaiy4gzNbAYhl3Yx/2HHkx/TG6+Nx8vQcE6uqujK6OAyspDKVIyCpGxBHuK4fqU8n+pN9wvtt5A0JJYwyDVGScZIGxU7DcEUHXVKrDg3r7YzRAyRzx3OGJhRTLnTk9smADkD3A9/1qUcC9QrS+gWe1MkrFo42iVcyoz52kHhQAGOonT2nBJ2oMnnTjzWlrK0C9S7aNzbxL3OzDA1LHuzhNQY4B2+la70651sL6BYbJnQ2saR9GX+sVFARSdyHGABqBO5381C+c+czCI4IFubmfrgZnVFY3LgKqxHANu8fvpAGJBsRJrHlyTysYJE4hdCWDiSTNLdElemsDAoEZVzl5MjAGXJ3PncJL6wyfYKur5obvt141YRT/AFWPtcefIx538Ur98Qnk4vI1mI5UtWWPrnqKU6LHqjBVTmWRRHgBjpUse3ILKCwKUpQKUpQKg/qRzJ8OqqimV4tE/TALapi5W1jIBBOqdS+F3xbNvnAMyvbxIY3lkYLHErSOx8BVBYk/oAarfl23e/4kXljIi4e5uZdS5BvpVCqmc6SYIBGu24YZye1qCY8lcv8AwNnHC2DM2ZZ2wAWmc6nY4877Z+ij2Fb2lKBSlKBSlKCufUOxFrcx3yjTFdBLO6dV+SQMHtbhiPeOYKCSDtgbnSKnHBOI/EQJKRpY5WRfwyIxjkTyfldWXyfFOOcIju7eW2mAaOZCjZGfPgj8wcEH6gGoP6d8adJWtbkFZ1Y2k+RpDXEMfZINyftbVFOfH7scYGNQWKa5E9TOFfC8VvIuwDrNIoQYULKBMoAwMYVwP1BrryoJ6jemljfJLdyq0dykR+1jOkkoMrrB7XO2nJ3wcewwHK9ZfCuFS3UyW9ujSTSnSir5J8/3ADJJ8AAmrY5c9K7FgJbiVgmxYSMuQQskjAKrKSnSAw5GSwU6dOVMy4tyLZxWctnbu/TkaGOaJETrO2oXAWJymeoANfTbKhSchAQ6hRXEuTpY2uhDqnXhzCK6YKF0vqdCVGolowyHvIBwQSFqP1fnF+WJpvhrbiDWVtDYELYq8weeSJdKgzWyq/xBKogKRtHk6h7jGr5l9Emuj1+GqYlC5ZbhRAJGycGBAMoMY2cL7e+cBS9Ky+KcJmtZGhuInhlXyrgqfJGR9Rt5GxrEoFXH6fI9vZqIo7oSSNcQzPbzkA4OMrD/AFc2B5eN1kCoSNl1VTlWpy/MkdhHDP8AC6pRFKLSVUVmUNtcqZdCh2iZhkuMpHgfOGQP3Y8OjtLgHiHVuby90w8OlZWiaGVXKiSeKQhvnMTB16gJEm7HOdz/AP0LvSeHzlbm5W4YyzBmxNOQUiTOjeNSChHnMbbaInNYhSSwiWLh8MrzcdTpXiTwSxrDIYyQkHagOOpPsS5xEP75n6bcoQpIzxktbWjtFBjGJH8tM5Hz5XpkEYGcncKmkJxy7wJLOERKdTnvlkOcySEDU7FmZvbABY4AAztXytpSgUrQc28Alu1QRSaChbKsWVWzpYZKg7hlXBwcZz7VGP8AZvcDxJBt4xqX5flx2nT5OPOnf5s7BY1M1XP+ze4HiSDbxjUvy7rjtOncnHnTue7OB+ZvTO4KsoliXIKgoWRhgdpQ6ToOScHfSd+7OAGw9SuZRbREgB/hlW7dTgAvr02yHcEgzqXwu+LZvyB9OS72zsbRIXuIjMSZbh8adU7nVIzHHsfJPhQp2XFRD/ZdxAwpbtcSmJDEy5eAMrIQoZXCF0YKqjUCSqqMa/kGxi5CvQFBVMgKM61XfPnC7Lg5bAyF1ZGonSAnX7X2f8dB+uRj65yNsDc58AgnAOaftfZ/x0H65H+ORtgbnPgEE4BzUGXkO827EHy/fAx3HHjOMHfbOM6hqJ0gOQ7zbsQePvgY7j9M4we7bOM6hqJ0AJz+19n/AB0H65H+ORtgbn6KQxwDmn7X2f8AHj/vyP8AHbbA7j9F7vG9QYch3n4EHj74H3vyzjB7vfGdQ1E6AHId5+CP2/8AcA+9/LB7vfGdW57KCc/tfZ/x0/n/AD2+nd/y93jen7X2f8dP5/6fTu/5e7xvUGHId5+CP2++B97+WD3fl8257KDkO8/An/WPxf693+bc9lBOf2vs/wCOn8/9Pp3f8vd43qAc7cTto7yK7glj03mizuSq7rIrdS1uCfcpIqnJB7MbHtr2/YO8/BH/ANY/F/r3f5vPZWJxH00vJgq5CBWDkK0bBsOCA4dSGXILaTsc6jkjp0E2i58thErOx62CskSDUySoGDxtvgEMpHn8/G9R7mfnUXUT28cZWKaNo3L4Ld2+UAJX5BnfOzZxhcNqT6bcQaYTSzSSsoYYLxKrZIUawiLrwqpjPtGrbECOsw8h3n4I/wDrH4v9e7/NseygifAbaOH7K5guZYkRVQ286RB2OqRyYy4KqxOQNR8BxoAGmX8Nv2Bzw20sbPVlevdTiWXD97JoBBxqzJtKykIzYJNfg8h3n4I/f74P3v55Pd+fzbHsoeQ7z8EZ8/fB+9/PJ7vbONWx7KCVcv8AD7O1ZpBdJPPNgvLJLGXYsgc+MfMFDYH3UUDtQAbocatzjE8BzjH2ifeUuMb+6gn9Bmq5l5GvACemredg6sT3D64zk92+M41HSRoON+yd4f8A48m/10nz3b5Iz4yc4ycE6T2kJ9xzl2x4tEEnWO4RDlWRslSyg5V0ORlSp/MFT9Kojnn0MurFZLi1b4q1QM520yooP3l8PgeWX8JOBUzuOAXKfPbzdwJ2QybHBOdP5kZBxk79pGmvJuET75gn985ic+4zntGd8Z8ZOD24wQoaFAWALBQSAWOSAPqcbnH5V1FyfLZ24XomNm6SRB5dAuGQdNEVpS+kAImrSAAwYaRlGzB47dAxdVQPJjUyqCzZ7hqYYMmfO/zY1duMHGfl+ORTHGjoXUqOgWB3VTlEQhWOmNT47hHntAIIWXxnipeabPTaSzTRbxBydV3IdK6saX7UeAHTgD4qQHVsalPCuHC3iWJSzaclmbGpmYlmdsADUzFmOABlj4qB8h+mAt2S6uJJ2ZZHnhgYqqIzZ7iqKvcMvhdgNbHCliBY9ApSlB//2Q==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48600" y="152400"/>
            <a:ext cx="1066800" cy="86770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0" name="Rectangle 9"/>
          <p:cNvSpPr/>
          <p:nvPr/>
        </p:nvSpPr>
        <p:spPr>
          <a:xfrm>
            <a:off x="533400" y="6324600"/>
            <a:ext cx="378052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320040" lvl="0" indent="-320040">
              <a:spcBef>
                <a:spcPts val="700"/>
              </a:spcBef>
              <a:buClr>
                <a:schemeClr val="accent2"/>
              </a:buClr>
              <a:buSzPct val="60000"/>
              <a:buFont typeface="Wingdings"/>
              <a:buChar char=""/>
              <a:defRPr/>
            </a:pPr>
            <a:r>
              <a:rPr lang="en-US" dirty="0"/>
              <a:t>!! Compulsory to attend the classes. 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Tutorial &amp; Lab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12382911-6C6B-D704-A051-F1B70A60D970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/>
              <a:t>Please refer to the table below or spectrum. </a:t>
            </a:r>
          </a:p>
          <a:p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B2D3616-E788-685B-1381-3E6EB69ED8F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093471"/>
            <a:ext cx="9144000" cy="45359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9972787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References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pPr lvl="0"/>
            <a:endParaRPr lang="ms-MY" dirty="0"/>
          </a:p>
          <a:p>
            <a:pPr lvl="0"/>
            <a:endParaRPr lang="ms-MY" dirty="0"/>
          </a:p>
          <a:p>
            <a:pPr lvl="0">
              <a:buNone/>
            </a:pPr>
            <a:endParaRPr lang="ms-MY" dirty="0"/>
          </a:p>
        </p:txBody>
      </p:sp>
      <p:sp>
        <p:nvSpPr>
          <p:cNvPr id="27650" name="AutoShape 2" descr="data:image/jpeg;base64,/9j/4AAQSkZJRgABAQAAAQABAAD/2wCEAAkGBhQSERQUEhQUFRQVFRQUFRUYFxQXFhUUFBQVFBQUFBUYHCYeFxkkGRQUHy8gIycpLCwsFR4xNTAqNSYrLCkBCQoKDgwOGg8PGikkHCQsKSkpKSwsKSwsKSksKSkpLCksKSkpKSksKS0pLCksLCwsKSkpLCwpKSksLCksKSkpKf/AABEIAMIBAwMBIgACEQEDEQH/xAAbAAABBQEBAAAAAAAAAAAAAAADAAECBAUGB//EAEAQAAIBAgMECAQEBAUEAwEAAAECAAMRBCExBRJBYQYiMlFxgZGhE7HB8EJictEUI1LhFTOCsvEWkqLCQ1NzB//EABoBAAMBAQEBAAAAAAAAAAAAAAECAwAEBQb/xAAlEQACAgEEAwEBAAMBAAAAAAAAAQIRAwQSMUETIVEiYUJigTL/2gAMAwEAAhEDEQA/AML+OXvvGO0TwEEuGh0w8895X0eh4kD/AIpzyjhXbUmWkpCHVOUk5t8jKEV0UVwsIMNLoQyW5EuxyqaIAJOg1mbVqXa4NuA8Jc2jiBfdHn+0bDYPRmzscx9MyPn3T0sEFjjvlyzydVmeSWyPCAAVF13gPA/WOuNYdx8v2ljHYj8I8Tnry7pRCzohBTjcoo5HllB1GTLS7SPFfcwybRXiCPSZ9pf2Xsh67bq6DtNwUc+fKLLTYn1RSOrzcWXMKRUNkBJAJOXAakwz4N11QjxE0tl0UL/Do/5VOxqPxquOyP0jW32dqoZzy0kemdsNVKvZx5Ebd+/7SttnHGpWYqTYdVbHW3HzM6PBbMC01Di7WzJ1uc7eV4ktG+bDDWqT4MXcjGnNx9loe8ed4F9kjgfUST08yy1MGZG5EVmi2y24EGCfZ793vEeGfwdZoPsolZArLbYRhwME9G32Ym1rkopRfZWIkbSzuyBEAQG5IlIciRNOZMBXKQbLLRSDKwmKjpBFZcdYIpGQCoR4RjDMIJhKRnROUFIFuxRysUrviR8Uvpvqo5QiSQpyYpzjbO0YD7v+0kBJCnJBYtmIgePrK2MxG4Mrbx05c5aq1AouZi1nLkk8fsTr02He9z4Rw6vP441HlioUhxLAZ2IF8+cvfxYAuCrWA0BUk8xb3vDYSjuC5IzzPaFstL3+kz8TV3muLgaDj/edfrLOukeW/wAK+wOsRWTAmtsLYLYhrm4pjtN9F5zt9Igk5OlyA2LsNq7WGSDtN3ch3tNLbG0VRf4bDZLozDVjpa/HPU+Wku7e2utFP4ehlYWYjh+UHiTxMp9FNll6hqEXVNObcPTWJd+2Xqnsjz2zf2Ts74NFV/Fqx/MdfTSU+kGN+FSNu03VXz1PpNqopnE7dx3xKpseqnVXS1/xH1+URe2Vyy2xorbBwPxKwvonWP0Hr8p2JEp9HcD8OkCe0/WPgdB9980XE0nbFxxqJXKyJWGBB0IPhF8IxRysRIGWGSCKQisCRIkQ5pyJSYBXNEHUD0EG2DTulrciKQOMXyhlOS4ZW/wlCOIgn2EODH0msRYRkN5N4YPovHNP6YdTYTcGB9RK77GqdwPmJ0u7IssR6eBRaiaOSrbOcaqR7/KV6mFI1B9DOoxIy841Jrjwk5YI/Rlqn8OQdYGovhOzemDqAfITL2xhl+GSABYjhbUyTxJFY5tzqjm/hx5MJ4RSVnTTOhCSYSOBJKskwiCSWkVxxMztpYsHqrp+LnylMWJ5JUiObKsUdzK+OxO+eQ08e+WMDhQVDcRnw8L9oEC/vK+BwhdtCQCN61uOmpEuYjElRotzcAgEaZG17g6cDPRyKksWM8XdubyTBY7EHNb2/qGmd753z95SAkgLzV2BsFsQ39NNT1m990c/lOrHBY40QbeSQ+wdgtiGubimO03ef6Rz+U6Dbu11w1MUaNg27w/ADx/Uc/nLW2Nppg6QSmBv2si9w/qbv+pnB1ahYksbkm5PeZknP30VnJYltXJKlRZ2AUXLEAcyZ6XszZ4oUlQcBme9jqfWcv0O2XcmsRpknj+I/T1nWM8GR36KaeNLczK6Q7Q+HTJHabqr4nj5Ccls7B/FqqnAdZteyNdfvOWOkWPFWqeKpdRrr+IibXQ/Y5FI1CM3OXJBp73PpCltjZNvyZKNS0FiadxqFGtz3DPyztL9XC2mYes2jX0U2G7bmTn35iSOkmoCqXZl/USLW4Z5WldNvYYZNiKV+TA+wljGbRp03VH0ZSS1iVUAgDfyyv3nLIyxhdkqo3qDBL5gABqZvx3eH+kiYZIyK+38Pfq1CxIvZadViR3iy58PWDw20hUqFFVxurvEsrJkTYWDC5vn6TVFVqVZ6mIXdXcVFdbugUFmYsbXS5I1FuqM4nxlOqC9OzC5XeH4twkZHityc/GZM0opFOvlp98r8IKkxJOeWlrqbHjp9Y+KYXCkgamxYrfwtkfOWsHhOrfIDPuIt4iEkB3YxSWalHiNIIiYFUKvTyjUaVoPEMd3I8RCU72HhCMn7CbsZliDxy8DHRTxi6SIpCTxjXtaSKxGBcldklDatH+U3hf0ImmwlTHJ/Lf9JnPNIrHk5A0+UeGI52inEejZvASQkQpkMVUCLc68BziKLk6QZSUVbB47GbikDJj7CZNCiWOXDmAfIE5yNWoWNzxmlR2eoFnB37m4uDYfpFz6rPXSjp4f1nhZcj1E76QaqAoucgAcyhUnvtbdz8zMutWLNc+Qzy5C5MVVhchSSvM6+w+UubH2S2IqBFHNm4Kvef2lcOFQW58nPObm9qC7C2G2IewyUW32toO4d5M7jH4yngqACgC2SLxY8/mTDqlLB0O5EGfezfVjPO9rbWbEVC7eCrwVeAEdJzf8KtrBH/ZgMXi2quzubscz/blaT2dgWrVFprqxt4DiTyAla07roVsr4dM1WHXqZLyT+5+QlpflHJii8kvf/Tep4JaaKiiwUADy4+MyekOP+FSNu23VXxOp8h9JtM04Xb+O+LWJHYS6rkSD/UfWc8FbO/NPZH0ZuA2catRaYGpuxtbqjMmel4YhVA0AFgOQ0nNdEtn2VqpGb5LyUHP1Pym+Ycjt0Lp47Y39Hx2I6pA1OQmZQp9bJd3dytfO+WvlJY4bxtullGudgDrnqdOXGEp0wqZkLcZnIe+WfOIWbsBS21h2Bb4lNTcod5lB6jEd+lwfWUau2MKhJpYlKbfkZSpP5k0PiLHnLGGwuBp6/wAMLcWNK55knMmFfbWz0/8Amw4/SVP+0RRknRRo9N0uFZw19HRXK/6ha6+45y9SoqqhUACi5AHMlj7kwFPpFhqlRadF/iMxPZVgAoBLMSwAtlw75ccQiyszMY1mO98QDK1iu6f/AGvLtKsFQDkB3eOvnKL0uv8A5arvHtXIJueS5nzlmubW5+IhEugxqZQJEJuySU7zBuypXGnjLIEHiKJuLSxuzBQLdjWhSsgRAMVKwz8oYpB1dfKErjqnw+WczNHkC6SvikurfpPyhMMbg6a8LfTK/rHqrkZzzKI4A1+QikXQAnxMU5KR6i4OvdrC54ZzBxuJ32J4cB3CW9p4q53RoNeZlfDYAsQWBVD+OxsB4id+mxLFHfPk8bWZ3keyHA+zsMDdiFa2QQsATcdoXyNofFYwqu7Z1fmxPUt38b8raTQNT4aaqygKQLqNMtwAXByzPzmK/WJNtToBYZnQCPiXmm5S4XBx5H447U/Y+CwTVXVEF2Y5fUnkBPUNj7JTDUt0a6u54m2Z5ASn0V6PCgm+4/msM/yjUL+8zumm3bfyEP8A+h5f0fv/AMy8nve1FIRWGG+XJidJ9unEVLLf4S33R/UdC5+kx1pyckJ0KNKjz5Tc3bL+wdkGvWC/hHWc/lH76T0cUrCwFgMhylLojsf4NEMw69TrHkPwr9fEzVrtOXJK2epgxbIW+WYPSPaPwaJsbM/UXz1PkPpOLw+ENR0pr+I2JHdxJsc8pe6QbR+NXNiN1OqvP+ppq9Dtm33qxGvVXw/Efp6yi/EbOWT8uSujeo0QqhV0AAHgJGvU3QT3C/jyl2ph7CZuPDWAUXvqd0NppkSM/XTSc9nbVFClSLON4g8WFmBy1yK6aC0uYrCJVUpURXU6hgD9mLBpkT1sz+Inh3LYAeUwqKY5WqVFSiy1HLim5dKiLYKq3tYGyg24EmE3JpYXo6lHOlSo1F/+uoqB7fkq2z8GB8RJYCrTqYw3p/CNOiFSm6qjFqjXqMoGTABEF1uMzKH/AFFiE/zcHXH5qRSqPQEGDxHSvB1huVm3e4VUemQe9WI6p5giAdSOkxtNCwbIugIGfZDgXuOYUazNxWlrkE9UEC+Z5eAMr7EwwSm9qnxd+oz/ABC2+SuSopfiQgUesPirmygXPa7W7a3EEAm/2eZQknbB4HCkuQXBC36vWFtLWB7QzPHKXalLrADTjr7GV8CLXJ3i2h3iDbjYWytodIf4w3jr/wCQ/sfKZhTQJ0tJURrGqG8LSGUwFyBcdYQ+7IIOvDkTDoERIMsKRIMIBjPxQsRHq9k+H3rHxgzEjiFup8IrFXICglt4Z68beekm4gcKc28QPS+WphiZBlEcDisnYfmPzihdpG1WoLfib5xTkaPRXARltqLS9S2qw1Ct1d3MWO7a1rrbhNPa210qhKagXc3JNrqi8+FzYesnS2bQqIStwcyQDa1uRnvSxxmv0j5xRlF/lmDVKk9Vd0d17+86voXsC5FdxkP8sHv/AKvLhAbN6ICo6ne/l3BbIgkd152z1FpUyTZURfIAd0Sb2rah8OF3vmUekO2Rh6Vxm7ZIOf8AUR3CeaO5Ykk3JNyTxPOXNtbaOIqljpoq9y8PPjKAaVxw2o5NRm8kvXBPSbPRTZfxq43uwnWbuJv1V8z8jMMXPrPSuj2zPgUQCOs3WbxPDyGUOV7UDTQ3yvpG78UTB6UbV+FRYjtN1V8TqfIfSae9PPelW1PjViAepTuo7r36x9flObHHczv1GXZD+mZhqRd1RcyxCjzM9a2XhVp01RdFUD9z5m585w/QrZ13asdF6q/qOp8gfedqla0bLK3RLSR2rc+y1VItM6oM4R6pMEZE65OwZh8LTuYO0vYZLCYEfbIthQeEq4rZqsDvAEdxFx6GaVoDEtlMUa9HIYnYnw6tNsKqU+uPjWO6Gp5gjcAsWzuDla3MyWOZic6ZZb2HVPdmwZSSueWk1n1lXDYNwxYbjE3vfeW+eV82BtpewhJckMJT6gsAL55Xtn42PdqIa00zTEBVpCaw7SiYdRlBuJYExkApdowxg8ONYW0w6BmRYSZEi0AxnY7USNZuqbjKxvx4d0JjdY7DKIxVyZ2Dq63PdkLWAz0A0lgkR0VvxW04fecZ1EhKxzjdtU/59TPiPkI01dpbP3qjG3d/tEUnX8OtZPRmYiqFxG9+JR1rdkZXGnMzS6KYZ7kre7EAa+P1mfg8ES7i3VdRx4rO/wBgbJ3AKhHWIso/pU8uBM96clCNs8XHFzlSNrCUNxQNTx5mcP8A/wBA29dv4dT1VzfUFm1CjvA18fCdH0m28MNQZhnUIsg59/lPLVWpiGLOSc7lrH0yBtI4YW9zLZ50tqA4bCtUJa4UA5k9nLXPllDLWIJJuy6A/wBXOaeC2Yd1g56rDIqbWA7wReDxGPpBPhUrWBzPeeIXvJnbSPOfsJsjGKlRKjLvhTcLpcjjflO0pdOKLdpXXyuPbP2nCM1+AGWg0jAyE4Rmycc8sf8A5O82r0mpCixpOGc9VbXuL8bHS04imhLADMkgAd50AkbyaPukEEgg3BGRixgo8C5MryO2ej7MwvwaSIOAz5scyfWWviTgsP0orrq4b9QB99Zo0OmZ/HTH+k29jISxyO6OphwdWagi3xMOj0ootqWXxB+YvNDD4lKnZdT5i/prJuLRdZIy4Zb3oZMURK9SlYXH/MB8UxR7o0lx8HiMQCJR+PF8UTUHcxzC0Ggd6K8wEXzA1TAiuZFql4B9wJpBjkfCEg8R2TCIDwTmxzlj4hgcIvV9YW0wyH+JGLCMRIkQDpsq40jLxjmDxC5yZEVgT9kGMC0KwgzIyHQFlikrRRB7LWxujFPq1SGvqoJ6vIldDNnG4r4K7xz7gNSfvjGpbacZMA3iM/XWVNqutbLdK8N4EMF57rWufOdvkU5frgV43GP55OR2tVq4o3BsdMhcKOXG3O0wam3nop8JEAK3BdhYE3PZ/v7T1bCbFohFUMrWHHqNfv8AszN2h0Boubkulzc23SDf9QI850+ZcROPwv8AyPL/APFaz2BdhbULkPMjOFw+HtmQMtLe/KdrtvothsNRLde5NlUEC5N9Ra1uOQnMCiv4WI5EZDlcftKxnaOXN6/KIR1j/BI7j4ERHLX3jWcTiyV4ryO9HvALRISQkLx7zUAnHvIAx96APBbo7Tqp2ajgd1zb0OUt0+k9Ya7reIt7iZO9GYxdqY6ySXDOjpdLR+NCPA39jLtLpBRb8W7+oETjY14rxxZaOpmjvqeJVuywPgQflJ708+DZyzR2rVTR29b/ADvEeItHVfUd0Kpj/GnI0elFQdoK3t8pcpdKl/EjDmCD+0R42i0c8GdIr374LFt1fOVMBt+ifxgE8GBEvV6qsBYqRyIMnTLppr0xYfsiTk1pCw8IjTgHRAyJkisg0AxUxAzk7QVZ+tDXgYIg2WDIhWMgwkZFUBIiiIiiBNUKDxi+GJmmhUUdSpfh1h4Wz9ZP+PdO3TJA1Zc9OQjWdBf+FJ06jLoSJUTay8bi4U5/mJH/AKmXKOIDC4Nx3wo1HPdMNpN/L30R162oIIOWhUj3nMrUpNwdfRh9DadT0zT+Uh7nt6g/tOSalbu7suE6cc5Jcnm58UJS9oOtFTo6+B6v+7KEOEccDbwuPUZSmaMdCy9kkeBN5XzPs5XpYvhhmpch5ZGR+B4j3hP8Uf8AFZv1Lc+uvvJrjkPaQg/la/s37x1liyT000A+AeH36yJUjUES4BTOjgfqBX3FxC/wL6r1h3qQ3+0mOprojLFJcozbxjLT0SNRnzFjB/BHG4949k3BAgY14VqHcR8oJkI4QWbYKImRvFCChyYxMa8RmNQiYxMYmK8w6QRDCB7aEj5wCGEvEZSLNCjtusmlRvAne+cvUel9UdpVb1EwryJMRxTLRnJcM6yl0wQ9tGHgQf2lun0goNpUA8QROGJgXMTxoss8kdzjK6sQVIPgQflLCtlPOGfuyh6W2qydmo3gc/nFeL4Os31HfF5D4s46n0vqjtBW8iPcS3Q6ZKe0jDwIP7SEsU0WjlizpfiRTC/6po97f9pjyWyfwrvX06enVuMjlCqZinYag3plkP5GI87ae0kgxCaMHHc43T/3L+051mXZ6Dx/DZekrdoA+Ighs5LhhvKQQcjrbv8AvjKA20V/zKTrzXrj2z9pbw22KT5K637r2Poc5RTixHFoB0qp3w5Pcyn3t9ZyVVj8MaajiL38B9c52e2l3qFQflJHln9JxAqdW2emWltb92UvB+jjzL2Sqi9z3BfcQYaEepl4qB6QHlKnO4hN6KwjUmF8wfsiFWiDo3rxmMkC3IrEZjXllCigeGf9jYwZ84KDbD09pVRqxI/N1h/5Xk/8TB7dNDzW6H2y9pVjWjJvoVxi+UW/jUW/rU8wGHqLH2iGDU9ioh5b26fRrSq2FJG8Fa3eAbesA9P7/vHWWSJPTwZfqYCoNVJ56j1Erle8e5ldHZdCRzU2h12vUGpDfrUN7nOOsy7JPTPpkSg5/P5SIU8M5ZG1aZ7dED9DEexuIzVKLaM68mW49V/aUWRMk8El0VSLaiDJl0YK/YdG8GAPobSD4Vh2lPmPrGsntfYCnCgxhTH/ABH3IGxooRMYmIqRIExbH2iZoGoYVmgKrTBoCxg2hGEi3jCMBcQRMOwgmWKx0OGigixigplLPYEOUKrffCU1eFTynz9n0dBWpLK+I2Uj6qp8QPsQ4MmJgGQ+xCoIR6iA8A11t3brXEyK/RuouhVvG6n6idjfnIsw+xeMpyXDElCMuUcDWwNRe0jDna49RAA856EaAP39JWxGx6b9pVPlnKrUSXJCWmi+DhYhOlxPRdPwsy8r3HoZnVujlUdndYea/O8tHUxfJGWmkuDNVjwJEmK59MvWKrhHTtIw52uPUXgg0uskXwyDxSXKLBrgnNfTz+/KRYKeNv20Hz9oGLxjJiUadBymFqkHtVKa3HGwLX+Up4akvbqX3AbHPNjrujy1PASdXFruLTXeKhy5vkSSLWy7u/nIYnaBNgl1UCwW9xzOYzJzzM1hdD7Rwy06zD8Fwyka7rC6keR9oPaeDFJ90MWyBva1wwuCMzLG0Kq1KVNt5d9AVYDI7t7qQLDTTKPWQVKVKoxsEBpv3ndzS3Mg2ms1c0Zz4NtwPYbp4giV2WXbNWfgqqP9KLw8T7ky1Vp72HqAJu/DZXU2zZTdWJI1OhmsVL4Yu6eEkmJddCw8DJFxbTP56a+8CYyvoFJ8oONrN+LdbxA+cKu1FvmlvA/veUC0g0KnJCvFBmwMVSOjFfEfUftJEA9lgfP6HOYbLIZ8I3l+oV4V0zcaj3iVqlHxmemMddCZNdrtxAPiIyyITwyDtRPfAMhhBtNTqvpG+Oh0JHiPrG3J8MDg1yiq50kS8uMt9Cp9LytVo8vnNZkgJMUXw/H2ihHpHrCGFVpWDQimfOn0JbV5Le/5lUPJirBYSysYPAF5IN3fvDZg2935e0a48YMN998cVeVoTBRyFvnBlQdfSMG5+mUcX4wGGanllKWK2Uj9pVPlNALJbneZjHN1ejCHsl187j0MpVujFQdkq3j1T9Z2PxAOcYtf+0aOSS4ZN44vlHA19mVE7SHyzv6Z+0pMfXuOR9DPSDhL6/3levsumw6wDeIllnl2Rlp4vg8/IkGP3znYYno1SOilOYNvaZmI6Kn8D38R9RKx1MeyMtM+jGbFtubmW7e9rDUcb98Js3GimW3gSGVkIB4Ea2PrJ4jYtVPw3t3EH52me9xkQR4gj30llli+CTxTXRMV93IZjMC4787+MgzqeFs/butIk/eUiY9rontZJqSnstw49/38pE4U8LHz9/b3gzG3oyYKGZCO+DJhvjHv1gWNzNZqIGNqbCOY9I2BPGAKQEj2gyvOTqaW78z9B9fMSNNLa8L+vcIV7LbPVgjlofeIYpxoTHrd3r4/eUCWjewbU+Qv+IH7EUr70U26X03jj8PYxrJ1DFFPGZ6RJNISjr990UUUIznPzkxx8YopkETj6R3jRTMyDrwhF+sUUxiT6QKHOKKYw7Q3CKKFABE5xxFFMgDpr5wOI1iig6MBZdJTxaC2giiihRy23MOozCqD3gATGpHIxRTswnPm4YxkDw+++PFOtHCyEZooozAgffJYjsLGimYUDqdo/rjJoPERRSkOy8uEVX1MGeEUUAEWaCDdGQ+zFFFFMf/Z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7652" name="AutoShape 4" descr="data:image/jpeg;base64,/9j/4AAQSkZJRgABAQAAAQABAAD/2wCEAAkGBhQSERQUEhQUFRQVFRQUFRUYFxQXFhUUFBQVFBQUFBUYHCYeFxkkGRQUHy8gIycpLCwsFR4xNTAqNSYrLCkBCQoKDgwOGg8PGikkHCQsKSkpKSwsKSwsKSksKSkpLCksKSkpKSksKS0pLCksLCwsKSkpLCwpKSksLCksKSkpKf/AABEIAMIBAwMBIgACEQEDEQH/xAAbAAABBQEBAAAAAAAAAAAAAAADAAECBAUGB//EAEAQAAIBAgMECAQEBAUEAwEAAAECAAMRBCExBRJBYQYiMlFxgZGhE7HB8EJictEUI1LhFTOCsvEWkqLCQ1NzB//EABoBAAMBAQEBAAAAAAAAAAAAAAECAwAEBQb/xAAlEQACAgEEAwEBAAMBAAAAAAAAAQIRAwQSMUETIVEiYUJigTL/2gAMAwEAAhEDEQA/AML+OXvvGO0TwEEuGh0w8895X0eh4kD/AIpzyjhXbUmWkpCHVOUk5t8jKEV0UVwsIMNLoQyW5EuxyqaIAJOg1mbVqXa4NuA8Jc2jiBfdHn+0bDYPRmzscx9MyPn3T0sEFjjvlyzydVmeSWyPCAAVF13gPA/WOuNYdx8v2ljHYj8I8Tnry7pRCzohBTjcoo5HllB1GTLS7SPFfcwybRXiCPSZ9pf2Xsh67bq6DtNwUc+fKLLTYn1RSOrzcWXMKRUNkBJAJOXAakwz4N11QjxE0tl0UL/Do/5VOxqPxquOyP0jW32dqoZzy0kemdsNVKvZx5Ebd+/7SttnHGpWYqTYdVbHW3HzM6PBbMC01Di7WzJ1uc7eV4ktG+bDDWqT4MXcjGnNx9loe8ed4F9kjgfUST08yy1MGZG5EVmi2y24EGCfZ793vEeGfwdZoPsolZArLbYRhwME9G32Ym1rkopRfZWIkbSzuyBEAQG5IlIciRNOZMBXKQbLLRSDKwmKjpBFZcdYIpGQCoR4RjDMIJhKRnROUFIFuxRysUrviR8Uvpvqo5QiSQpyYpzjbO0YD7v+0kBJCnJBYtmIgePrK2MxG4Mrbx05c5aq1AouZi1nLkk8fsTr02He9z4Rw6vP441HlioUhxLAZ2IF8+cvfxYAuCrWA0BUk8xb3vDYSjuC5IzzPaFstL3+kz8TV3muLgaDj/edfrLOukeW/wAK+wOsRWTAmtsLYLYhrm4pjtN9F5zt9Igk5OlyA2LsNq7WGSDtN3ch3tNLbG0VRf4bDZLozDVjpa/HPU+Wku7e2utFP4ehlYWYjh+UHiTxMp9FNll6hqEXVNObcPTWJd+2Xqnsjz2zf2Ts74NFV/Fqx/MdfTSU+kGN+FSNu03VXz1PpNqopnE7dx3xKpseqnVXS1/xH1+URe2Vyy2xorbBwPxKwvonWP0Hr8p2JEp9HcD8OkCe0/WPgdB9980XE0nbFxxqJXKyJWGBB0IPhF8IxRysRIGWGSCKQisCRIkQ5pyJSYBXNEHUD0EG2DTulrciKQOMXyhlOS4ZW/wlCOIgn2EODH0msRYRkN5N4YPovHNP6YdTYTcGB9RK77GqdwPmJ0u7IssR6eBRaiaOSrbOcaqR7/KV6mFI1B9DOoxIy841Jrjwk5YI/Rlqn8OQdYGovhOzemDqAfITL2xhl+GSABYjhbUyTxJFY5tzqjm/hx5MJ4RSVnTTOhCSYSOBJKskwiCSWkVxxMztpYsHqrp+LnylMWJ5JUiObKsUdzK+OxO+eQ08e+WMDhQVDcRnw8L9oEC/vK+BwhdtCQCN61uOmpEuYjElRotzcAgEaZG17g6cDPRyKksWM8XdubyTBY7EHNb2/qGmd753z95SAkgLzV2BsFsQ39NNT1m990c/lOrHBY40QbeSQ+wdgtiGubimO03ef6Rz+U6Dbu11w1MUaNg27w/ADx/Uc/nLW2Nppg6QSmBv2si9w/qbv+pnB1ahYksbkm5PeZknP30VnJYltXJKlRZ2AUXLEAcyZ6XszZ4oUlQcBme9jqfWcv0O2XcmsRpknj+I/T1nWM8GR36KaeNLczK6Q7Q+HTJHabqr4nj5Ccls7B/FqqnAdZteyNdfvOWOkWPFWqeKpdRrr+IibXQ/Y5FI1CM3OXJBp73PpCltjZNvyZKNS0FiadxqFGtz3DPyztL9XC2mYes2jX0U2G7bmTn35iSOkmoCqXZl/USLW4Z5WldNvYYZNiKV+TA+wljGbRp03VH0ZSS1iVUAgDfyyv3nLIyxhdkqo3qDBL5gABqZvx3eH+kiYZIyK+38Pfq1CxIvZadViR3iy58PWDw20hUqFFVxurvEsrJkTYWDC5vn6TVFVqVZ6mIXdXcVFdbugUFmYsbXS5I1FuqM4nxlOqC9OzC5XeH4twkZHityc/GZM0opFOvlp98r8IKkxJOeWlrqbHjp9Y+KYXCkgamxYrfwtkfOWsHhOrfIDPuIt4iEkB3YxSWalHiNIIiYFUKvTyjUaVoPEMd3I8RCU72HhCMn7CbsZliDxy8DHRTxi6SIpCTxjXtaSKxGBcldklDatH+U3hf0ImmwlTHJ/Lf9JnPNIrHk5A0+UeGI52inEejZvASQkQpkMVUCLc68BziKLk6QZSUVbB47GbikDJj7CZNCiWOXDmAfIE5yNWoWNzxmlR2eoFnB37m4uDYfpFz6rPXSjp4f1nhZcj1E76QaqAoucgAcyhUnvtbdz8zMutWLNc+Qzy5C5MVVhchSSvM6+w+UubH2S2IqBFHNm4Kvef2lcOFQW58nPObm9qC7C2G2IewyUW32toO4d5M7jH4yngqACgC2SLxY8/mTDqlLB0O5EGfezfVjPO9rbWbEVC7eCrwVeAEdJzf8KtrBH/ZgMXi2quzubscz/blaT2dgWrVFprqxt4DiTyAla07roVsr4dM1WHXqZLyT+5+QlpflHJii8kvf/Tep4JaaKiiwUADy4+MyekOP+FSNu23VXxOp8h9JtM04Xb+O+LWJHYS6rkSD/UfWc8FbO/NPZH0ZuA2catRaYGpuxtbqjMmel4YhVA0AFgOQ0nNdEtn2VqpGb5LyUHP1Pym+Ycjt0Lp47Y39Hx2I6pA1OQmZQp9bJd3dytfO+WvlJY4bxtullGudgDrnqdOXGEp0wqZkLcZnIe+WfOIWbsBS21h2Bb4lNTcod5lB6jEd+lwfWUau2MKhJpYlKbfkZSpP5k0PiLHnLGGwuBp6/wAMLcWNK55knMmFfbWz0/8Amw4/SVP+0RRknRRo9N0uFZw19HRXK/6ha6+45y9SoqqhUACi5AHMlj7kwFPpFhqlRadF/iMxPZVgAoBLMSwAtlw75ccQiyszMY1mO98QDK1iu6f/AGvLtKsFQDkB3eOvnKL0uv8A5arvHtXIJueS5nzlmubW5+IhEugxqZQJEJuySU7zBuypXGnjLIEHiKJuLSxuzBQLdjWhSsgRAMVKwz8oYpB1dfKErjqnw+WczNHkC6SvikurfpPyhMMbg6a8LfTK/rHqrkZzzKI4A1+QikXQAnxMU5KR6i4OvdrC54ZzBxuJ32J4cB3CW9p4q53RoNeZlfDYAsQWBVD+OxsB4id+mxLFHfPk8bWZ3keyHA+zsMDdiFa2QQsATcdoXyNofFYwqu7Z1fmxPUt38b8raTQNT4aaqygKQLqNMtwAXByzPzmK/WJNtToBYZnQCPiXmm5S4XBx5H447U/Y+CwTVXVEF2Y5fUnkBPUNj7JTDUt0a6u54m2Z5ASn0V6PCgm+4/msM/yjUL+8zumm3bfyEP8A+h5f0fv/AMy8nve1FIRWGG+XJidJ9unEVLLf4S33R/UdC5+kx1pyckJ0KNKjz5Tc3bL+wdkGvWC/hHWc/lH76T0cUrCwFgMhylLojsf4NEMw69TrHkPwr9fEzVrtOXJK2epgxbIW+WYPSPaPwaJsbM/UXz1PkPpOLw+ENR0pr+I2JHdxJsc8pe6QbR+NXNiN1OqvP+ppq9Dtm33qxGvVXw/Efp6yi/EbOWT8uSujeo0QqhV0AAHgJGvU3QT3C/jyl2ph7CZuPDWAUXvqd0NppkSM/XTSc9nbVFClSLON4g8WFmBy1yK6aC0uYrCJVUpURXU6hgD9mLBpkT1sz+Inh3LYAeUwqKY5WqVFSiy1HLim5dKiLYKq3tYGyg24EmE3JpYXo6lHOlSo1F/+uoqB7fkq2z8GB8RJYCrTqYw3p/CNOiFSm6qjFqjXqMoGTABEF1uMzKH/AFFiE/zcHXH5qRSqPQEGDxHSvB1huVm3e4VUemQe9WI6p5giAdSOkxtNCwbIugIGfZDgXuOYUazNxWlrkE9UEC+Z5eAMr7EwwSm9qnxd+oz/ABC2+SuSopfiQgUesPirmygXPa7W7a3EEAm/2eZQknbB4HCkuQXBC36vWFtLWB7QzPHKXalLrADTjr7GV8CLXJ3i2h3iDbjYWytodIf4w3jr/wCQ/sfKZhTQJ0tJURrGqG8LSGUwFyBcdYQ+7IIOvDkTDoERIMsKRIMIBjPxQsRHq9k+H3rHxgzEjiFup8IrFXICglt4Z68beekm4gcKc28QPS+WphiZBlEcDisnYfmPzihdpG1WoLfib5xTkaPRXARltqLS9S2qw1Ct1d3MWO7a1rrbhNPa210qhKagXc3JNrqi8+FzYesnS2bQqIStwcyQDa1uRnvSxxmv0j5xRlF/lmDVKk9Vd0d17+86voXsC5FdxkP8sHv/AKvLhAbN6ICo6ne/l3BbIgkd152z1FpUyTZURfIAd0Sb2rah8OF3vmUekO2Rh6Vxm7ZIOf8AUR3CeaO5Ykk3JNyTxPOXNtbaOIqljpoq9y8PPjKAaVxw2o5NRm8kvXBPSbPRTZfxq43uwnWbuJv1V8z8jMMXPrPSuj2zPgUQCOs3WbxPDyGUOV7UDTQ3yvpG78UTB6UbV+FRYjtN1V8TqfIfSae9PPelW1PjViAepTuo7r36x9flObHHczv1GXZD+mZhqRd1RcyxCjzM9a2XhVp01RdFUD9z5m585w/QrZ13asdF6q/qOp8gfedqla0bLK3RLSR2rc+y1VItM6oM4R6pMEZE65OwZh8LTuYO0vYZLCYEfbIthQeEq4rZqsDvAEdxFx6GaVoDEtlMUa9HIYnYnw6tNsKqU+uPjWO6Gp5gjcAsWzuDla3MyWOZic6ZZb2HVPdmwZSSueWk1n1lXDYNwxYbjE3vfeW+eV82BtpewhJckMJT6gsAL55Xtn42PdqIa00zTEBVpCaw7SiYdRlBuJYExkApdowxg8ONYW0w6BmRYSZEi0AxnY7USNZuqbjKxvx4d0JjdY7DKIxVyZ2Dq63PdkLWAz0A0lgkR0VvxW04fecZ1EhKxzjdtU/59TPiPkI01dpbP3qjG3d/tEUnX8OtZPRmYiqFxG9+JR1rdkZXGnMzS6KYZ7kre7EAa+P1mfg8ES7i3VdRx4rO/wBgbJ3AKhHWIso/pU8uBM96clCNs8XHFzlSNrCUNxQNTx5mcP8A/wBA29dv4dT1VzfUFm1CjvA18fCdH0m28MNQZhnUIsg59/lPLVWpiGLOSc7lrH0yBtI4YW9zLZ50tqA4bCtUJa4UA5k9nLXPllDLWIJJuy6A/wBXOaeC2Yd1g56rDIqbWA7wReDxGPpBPhUrWBzPeeIXvJnbSPOfsJsjGKlRKjLvhTcLpcjjflO0pdOKLdpXXyuPbP2nCM1+AGWg0jAyE4Rmycc8sf8A5O82r0mpCixpOGc9VbXuL8bHS04imhLADMkgAd50AkbyaPukEEgg3BGRixgo8C5MryO2ej7MwvwaSIOAz5scyfWWviTgsP0orrq4b9QB99Zo0OmZ/HTH+k29jISxyO6OphwdWagi3xMOj0ootqWXxB+YvNDD4lKnZdT5i/prJuLRdZIy4Zb3oZMURK9SlYXH/MB8UxR7o0lx8HiMQCJR+PF8UTUHcxzC0Ggd6K8wEXzA1TAiuZFql4B9wJpBjkfCEg8R2TCIDwTmxzlj4hgcIvV9YW0wyH+JGLCMRIkQDpsq40jLxjmDxC5yZEVgT9kGMC0KwgzIyHQFlikrRRB7LWxujFPq1SGvqoJ6vIldDNnG4r4K7xz7gNSfvjGpbacZMA3iM/XWVNqutbLdK8N4EMF57rWufOdvkU5frgV43GP55OR2tVq4o3BsdMhcKOXG3O0wam3nop8JEAK3BdhYE3PZ/v7T1bCbFohFUMrWHHqNfv8AszN2h0Boubkulzc23SDf9QI850+ZcROPwv8AyPL/APFaz2BdhbULkPMjOFw+HtmQMtLe/KdrtvothsNRLde5NlUEC5N9Ra1uOQnMCiv4WI5EZDlcftKxnaOXN6/KIR1j/BI7j4ERHLX3jWcTiyV4ryO9HvALRISQkLx7zUAnHvIAx96APBbo7Tqp2ajgd1zb0OUt0+k9Ya7reIt7iZO9GYxdqY6ySXDOjpdLR+NCPA39jLtLpBRb8W7+oETjY14rxxZaOpmjvqeJVuywPgQflJ708+DZyzR2rVTR29b/ADvEeItHVfUd0Kpj/GnI0elFQdoK3t8pcpdKl/EjDmCD+0R42i0c8GdIr374LFt1fOVMBt+ifxgE8GBEvV6qsBYqRyIMnTLppr0xYfsiTk1pCw8IjTgHRAyJkisg0AxUxAzk7QVZ+tDXgYIg2WDIhWMgwkZFUBIiiIiiBNUKDxi+GJmmhUUdSpfh1h4Wz9ZP+PdO3TJA1Zc9OQjWdBf+FJ06jLoSJUTay8bi4U5/mJH/AKmXKOIDC4Nx3wo1HPdMNpN/L30R162oIIOWhUj3nMrUpNwdfRh9DadT0zT+Uh7nt6g/tOSalbu7suE6cc5Jcnm58UJS9oOtFTo6+B6v+7KEOEccDbwuPUZSmaMdCy9kkeBN5XzPs5XpYvhhmpch5ZGR+B4j3hP8Uf8AFZv1Lc+uvvJrjkPaQg/la/s37x1liyT000A+AeH36yJUjUES4BTOjgfqBX3FxC/wL6r1h3qQ3+0mOprojLFJcozbxjLT0SNRnzFjB/BHG4949k3BAgY14VqHcR8oJkI4QWbYKImRvFCChyYxMa8RmNQiYxMYmK8w6QRDCB7aEj5wCGEvEZSLNCjtusmlRvAne+cvUel9UdpVb1EwryJMRxTLRnJcM6yl0wQ9tGHgQf2lun0goNpUA8QROGJgXMTxoss8kdzjK6sQVIPgQflLCtlPOGfuyh6W2qydmo3gc/nFeL4Os31HfF5D4s46n0vqjtBW8iPcS3Q6ZKe0jDwIP7SEsU0WjlizpfiRTC/6po97f9pjyWyfwrvX06enVuMjlCqZinYag3plkP5GI87ae0kgxCaMHHc43T/3L+051mXZ6Dx/DZekrdoA+Ighs5LhhvKQQcjrbv8AvjKA20V/zKTrzXrj2z9pbw22KT5K637r2Poc5RTixHFoB0qp3w5Pcyn3t9ZyVVj8MaajiL38B9c52e2l3qFQflJHln9JxAqdW2emWltb92UvB+jjzL2Sqi9z3BfcQYaEepl4qB6QHlKnO4hN6KwjUmF8wfsiFWiDo3rxmMkC3IrEZjXllCigeGf9jYwZ84KDbD09pVRqxI/N1h/5Xk/8TB7dNDzW6H2y9pVjWjJvoVxi+UW/jUW/rU8wGHqLH2iGDU9ioh5b26fRrSq2FJG8Fa3eAbesA9P7/vHWWSJPTwZfqYCoNVJ56j1Erle8e5ldHZdCRzU2h12vUGpDfrUN7nOOsy7JPTPpkSg5/P5SIU8M5ZG1aZ7dED9DEexuIzVKLaM68mW49V/aUWRMk8El0VSLaiDJl0YK/YdG8GAPobSD4Vh2lPmPrGsntfYCnCgxhTH/ABH3IGxooRMYmIqRIExbH2iZoGoYVmgKrTBoCxg2hGEi3jCMBcQRMOwgmWKx0OGigixigplLPYEOUKrffCU1eFTynz9n0dBWpLK+I2Uj6qp8QPsQ4MmJgGQ+xCoIR6iA8A11t3brXEyK/RuouhVvG6n6idjfnIsw+xeMpyXDElCMuUcDWwNRe0jDna49RAA856EaAP39JWxGx6b9pVPlnKrUSXJCWmi+DhYhOlxPRdPwsy8r3HoZnVujlUdndYea/O8tHUxfJGWmkuDNVjwJEmK59MvWKrhHTtIw52uPUXgg0uskXwyDxSXKLBrgnNfTz+/KRYKeNv20Hz9oGLxjJiUadBymFqkHtVKa3HGwLX+Up4akvbqX3AbHPNjrujy1PASdXFruLTXeKhy5vkSSLWy7u/nIYnaBNgl1UCwW9xzOYzJzzM1hdD7Rwy06zD8Fwyka7rC6keR9oPaeDFJ90MWyBva1wwuCMzLG0Kq1KVNt5d9AVYDI7t7qQLDTTKPWQVKVKoxsEBpv3ndzS3Mg2ms1c0Zz4NtwPYbp4giV2WXbNWfgqqP9KLw8T7ky1Vp72HqAJu/DZXU2zZTdWJI1OhmsVL4Yu6eEkmJddCw8DJFxbTP56a+8CYyvoFJ8oONrN+LdbxA+cKu1FvmlvA/veUC0g0KnJCvFBmwMVSOjFfEfUftJEA9lgfP6HOYbLIZ8I3l+oV4V0zcaj3iVqlHxmemMddCZNdrtxAPiIyyITwyDtRPfAMhhBtNTqvpG+Oh0JHiPrG3J8MDg1yiq50kS8uMt9Cp9LytVo8vnNZkgJMUXw/H2ihHpHrCGFVpWDQimfOn0JbV5Le/5lUPJirBYSysYPAF5IN3fvDZg2935e0a48YMN998cVeVoTBRyFvnBlQdfSMG5+mUcX4wGGanllKWK2Uj9pVPlNALJbneZjHN1ejCHsl187j0MpVujFQdkq3j1T9Z2PxAOcYtf+0aOSS4ZN44vlHA19mVE7SHyzv6Z+0pMfXuOR9DPSDhL6/3levsumw6wDeIllnl2Rlp4vg8/IkGP3znYYno1SOilOYNvaZmI6Kn8D38R9RKx1MeyMtM+jGbFtubmW7e9rDUcb98Js3GimW3gSGVkIB4Ea2PrJ4jYtVPw3t3EH52me9xkQR4gj30llli+CTxTXRMV93IZjMC4787+MgzqeFs/butIk/eUiY9rontZJqSnstw49/38pE4U8LHz9/b3gzG3oyYKGZCO+DJhvjHv1gWNzNZqIGNqbCOY9I2BPGAKQEj2gyvOTqaW78z9B9fMSNNLa8L+vcIV7LbPVgjlofeIYpxoTHrd3r4/eUCWjewbU+Qv+IH7EUr70U26X03jj8PYxrJ1DFFPGZ6RJNISjr990UUUIznPzkxx8YopkETj6R3jRTMyDrwhF+sUUxiT6QKHOKKYw7Q3CKKFABE5xxFFMgDpr5wOI1iig6MBZdJTxaC2giiihRy23MOozCqD3gATGpHIxRTswnPm4YxkDw+++PFOtHCyEZooozAgffJYjsLGimYUDqdo/rjJoPERRSkOy8uEVX1MGeEUUAEWaCDdGQ+zFFFFMf/Z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7654" name="AutoShape 6" descr="data:image/jpeg;base64,/9j/4AAQSkZJRgABAQAAAQABAAD/2wCEAAkGBhMQEBUUEhQVFRUVFhQXGRUUGBoWGBgaFRcWFxgWGBcXHSYeHBkkGRUWHy8gIycpOC0tGB4xNTAqNSYrLCkBCQoKDgwOGg8PGSwlHyQqLCksKikpMikpKSwsNSw0KSwpKSwpKSksLCkpKSkpKSwpLCwpLCkpKSksKSksKSwsKf/AABEIAPsAyAMBIgACEQEDEQH/xAAcAAABBQEBAQAAAAAAAAAAAAAAAQMEBQYHAgj/xABJEAACAQIEBAMEBQcJBwUBAAABAgMAEQQSITEFBhNBByJRMmFxgRQjkZPRM0JSU3J0oQgVFyRigrGysxYlNUPB4fBEVJLS8aL/xAAaAQEBAQEBAQEAAAAAAAAAAAAAAQIDBAYF/8QAKBEAAgICAgICAAYDAAAAAAAAAAECERIhA1ExQSIyBGFxgdHwE0Ji/9oADAMBAAIRAxEAPwDktFLRavEfUCUUtqKgEooqa7p0QBYPmOa63J9CG7AD83T117UjZCoq5mxWH6kTBLorksuUi6XUqja+ZhZrtfW49KHxOGEsZVCUVWzBt3Y5ypN7jQso+CjQ9xLKairOPFw9OYGOzu147aiMXJy3OvoL/bfajrQ3w/l8q5eqLWLea7a97r7/ALKCysoq1jxEGdjlIXogAHzWkyoCx09Q+tu/avEc0P0cqVPW1sw21ePQ69lV7G35x91gyK2irKWaEshC6dEhgBYdTIwBHc+bIxJ737WpqWaPoqAtpL2Y9sozEEa+0cwB00EY9TQtkKipvFpI2lYxCyaZRa1hbb/z7TXqSWLJHZfNcZ/Sy6DLr+cDc+8CgsgUVdR4rDjESsyZomBCAD2bstjbTZc21viDrUIyR9AC31gkvcDdSvcn0IFgPU37UJZCoq3w+Iw4aXMvlLkoCtzk8/kBv5WuU82vsn4FlZofo+XKeqNnGxu4uDr2UaafnNftYLK6ilooaEopbUVAJRS2pKoKvqH1NL1D6mmqK9tHzOT7HeofU0nVPqaboqUM5djnUPqaOqfU03RVoZPsc6p9TR1T6mm6nYTgk0uTpxs/UZlQKLlmUAsqjckAg294pQzfZF6p9TR1D6mpuF5fxEuXpxs2YFlt3AOUkf3gR8j6UPy/iAjOYmypfMdNMuW99e2dL/tD1pQzfZC6h9TR1T6mpa8DnKhhG+VmVAbfnP7Cn0Ldr79q9S8AnTVonAtI17aWi/KajTy9x2pQzfZC6p9TR1D6mpUfBZmcIEbMyqwGgurey1ybWNOvy3iQmcxOFvbMbWvcC2/qw+0UoZPsgdQ+po6h9TUyPgM7MyrE5ZCwYAXIKauLdyo1IG1eTwaaynptZo2lU20KKSGcHuAQQfS1KGb7IvUPqaXqH1NS8PwGeSMyJGzIL3YbC179/cfsNNz8ImSMSNGwQnLmI0BIuFPoSBex3FKGT7GOofU0nVPqabopQyfY51D6mjqn1NN0UoZPsd6h9TSdU+p+2m6KUMn2OdQ+ppaaopQyfYUUUUMhRRRQBS0lavknm44V0iaDDTRPMhcTQpI9mKqQrsLjQae+gMpVvgeNrEiLkYlGnbMHy6yxLGCPLoVKhr3191dy8W5IOFYSN8NhMGJJJsl3w8TWUIzEgZd7ha4FxbibYmVpXCKzEXEaLGgsANEUADQVmMslZWWT80Z8RFM8YJRSGCnKHdi5MmxCkl7kAb3Ol9GcJx1Uw5gMeYN1btmAYFxEFKnLcWMS3GzAkEbEQeG45oJVkUIShuA6h1NvVW0I+NfTvKfCcLLBGJ8PhDi1hhedVgiUqZgWW6hdLgH7DtSU8QlZ89zc2gyPIsWVpmiaYZ7qxjdXOQZfIGZQdS1thppSJzSoJXpEws2IZkMnnJxCdMkOEsMoAt5TrvfYQOZOG/RsZPDa3SmkQfBXIH8LVtfCzm2IYiDB4vD4V4HJjV3hjLh3a6FpCLsMxy67XHpVb1ZKMu3MULK0b4cmMpAoyy2dWgDKrhihBBDtdSu5uLWqA3E16SJkPlmeS+bswQZNR2CDX37V2nxqwf0HDIcLhsKkM2eGUjDx51ZhdWVwLqSA2vYj31wWkZZKxVGlbm8F0kEVpIppZYmD6DqP1Mrrl8+VtQQV9DftG/2l+pMOTy9MKLtco50eRbDQMvlK97Kd1Fa7wZxLYjGJhHhw8sFpZH6sEbuLLpaQjN7WQW99SvGTj8MM7YHCYfDRoqp1XSGMPnNnyq4F1sMt7epFTLdCjnGH4iEhkjy3LtGwa/s9PPpa2t8/qNqn8W5kE3WyR9P6Q6ySjNmUupY+QZQVXM5NiWPa9t6eGXKwYAGxBsRcaG+oO491fSPhzh8Pi8JC+Mw+DOJmWSZVGHiVjCrhA+UL6ka+hFJSxVlR810lbrxCj/m7i+LSNAqOyOFHlXK+SWwAFgL5l+BNZHifEeuwbIqWFrJoNWZr/wD9VU72Qh0UUVQFFFFAFFFFAFFFFAFFFFAFP4J7SIfRlP2EUxXqM6j40B3X+UdL9Rgx6yTH7FT/AO1cIruX8ozWDAn+1P8AxWKuG1jj+pWazwz5cGN4ggk/IwgzzE7COLzEH4mw+ZrW+HHPJl5hllkJC40vGAdhs0I+QQJ/eqy5VTD8E4EcRjImkbiByGJTlYxFWyrmuCAVzMSP01rN4fnXg0UivHwhwykMrHFPcMpuCB7iBUfyvQF8d+C9DihlA8uJjST+8o6bj4+VT/ernKMQbjQjuK+hvGLhi8R4PHjIfN0gsynv0pQA4+XkY/smvnerB3EM+mMJOOYOXmGhmaMq3uxENip92YhT8Hr5pdCDYixGhB7W7V1DwF5s+jY04VzaPFWC+glUEr/8hdfjlqF42co/QuIGVBaLFXkW2we/1qfaQ39/3VI/GTQZd+C4TA4LHcTlHljURJ2zEWcqP2nMS1yjiOOeeV5ZDd5HZ2PqzEk/xNdC8Q8Z9B4dguFLoyouIxNt+pJdlQ/DMT8krmlaj2GXHKnL74/GQ4ZN5HAJ/RUau3yUE1un52SLmSKRDlw2HZcGgB0EKgwk/DMS/wBlWHhPho+GYDEcXxKkiwiiUaMQXCsVvpq5C39EaqF+buBg6cHdr/pYqQf4E1Htg0P8ovglpsNigNHVoWP9pDmX7Qzf/GuNV9LcwxR8d5ezwKQQnUjQnMyvBcGO/ckBlv3zA181GpxvVBiUUUV0IFFFFAFFFFAFFFFAFFFFAFPYSPM6j1ZR9pApmrvkvhpxHEMLEBfNPFf9kMGY/AKCflQHX/5RsX9Vwh9JZB9qD/61yzw+5SbiOPihsenfPKw2Eam7a9ifZHvNbTx85vixM0WFhYN0C7SMNR1GsMgPcqAb+9rdjWYg43xfBYUCOd44IxHYRyRnKJ7yRkhSWAbzEE1zgniVmu/lEY49fC4dRZI4mfQWW7tkAHbRY/41x2tnxfjnFpsG30jEPJh3WNmBkja6u5CMVBzAZ0I23FjWd4fwCbEFRGoJckICyIXI3VA7DO2o0W+9t63FUqId38DOLLi+FyYWXzdFmjKnvFMCQPhcyD7K4nzjy0/D8bLh2vZG8jH85DqjfNbfO9HLnF8ZhXk+iSvCSAJCCEACtYZy2i+Y21tqbd6n8Y4vxLGvHhMROZ2LI0al42BZ18lpAbahts3eootOy2ZrC4lonV0JVkZWUjcFTcH5ECvp7E43BcV4TDjMVbpxZMS1t1kh/KR/AkFLdwR7q+ZuIcLkgKdQAZ0DqVZXDKSVuChI3Vh8qsZ8fi8Pg1w7My4bEZZwlwVexKhtNRqmqm2qqbaCko5BEXmHjT43FS4iT2pXLEegOyj3AAD5V65f4FLjcTHBECWkYLe2ij85j7lFyfhSRcuzuYAsZJxN+jYqc5DZCL3sCG0N7Wq15b49xGFJIcFNIioJJnWNlGiAZ3BOpsFG3pWvWiHTfHILg+GYPBQgiMN2/RgQAZj6kyZveRXC62GN524t0F6uKmMWIWRRmZSHUEo+m4F7i5t3tVAOX5/pC4fKOqxUBc6alwCozZstyCO/esxTSpg6/wDyduYLriMGx2tOnzskg+3pn5msF4r8pfzfxGQKLQykyxG2lmPmQfstcW9MvrVNw6XF8PYzxM0LKzwlgQHDW8yFTrsPSrTiHMfFMVh3SfEs8RUSNHLJGGKghgwViHI2Om412qY1K0WzIUUUVsgUUUUAUUUUAUUUUAUUUUBovD/BwzcSwyYgoIepmfqEBCqKz2YtpY5bfOt3zz4g4LCh4ODwwxuwKyYuFFSyndImAuSe7bel9xyKisuNuwLerbi/HOsEVMyoscKlTbzNCmQMbbi17X2uaqKK0DQ4jmGN8KsBjPliRVcFQwkR5GuTbzRkSsMp2IBFtQTDcwRdLDh436uFYlGRgFdTIZQrgi4Idm8wOxtbS9Z6igL3AcfUnEriELLibMzRkK6OrmRXW4IIuWBU7g7iwrzDxiJMZDMkZVImhJUWBYxZbttYFiL27Xqkoqgt+J8UinaJijKVUJJkyhWCnysigWRiu4GmbXuaf4zzCuIjydPKUmdoiuUBYnVR0mAGpGRLN+161Q0VAavA84RxLAoiYiFoGBzAEFSetl02kGQa7Ze9V/A+OLhZJJApLHLkvawtKkjB/UMqFCPRjVJRVsF1xvjKTpEqIyCMygC4YBGYFFB3JVRYk7nWnJeORNjeuUfJZfJcZtIwm+24vVDRUBdcX5hOJhjV1+sUnPLf8qAqohYfphQQW/OAW+tyZOO4/h5gXaFus0CxNqDHmjRY1mTTMpyoLrqL31GwzlFAFFFFAFFFFAFFFFAFFFFAFFFFAFFFFAFFFFAFFFWeK4hEw0iAPRSPYAB1ZSZAB6qtjrckk6XsAKyiriTjEXUVkhUARNGVKowLFWUS2K2vmKttoRYWFqjzY+M4dYxEA4IJlvqwBlJB+ToP7nwsBX0VaYfiMSxxK0QLJNnc2HnTy+Qne3lOh/SpMbxGNjJljAzCPKbKLFPabKoyjN6DSgKyirTEcUjd5G6K+Z42CgBQqpfMnkAsGuNrbVLTjeHE+dsOHjyBSpCKSeqHLAKuUEIMgsNbXO5FAUFFKTSUAUUUUAUUUUAUUUUAUUUUAUUUUB0/w25DwmOwjSzq5YSsvlcqLBUI0HxNa9fB7h36Ev3p/Co/gjAW4c5H/uJP8kdb8LX6PHCDgtHg5JTU3sxg8G+G/oS/en8K9DwZ4b+hL96fwrbIKeWo4R6GcuzDr4LcM/Vy/emnB4KcL/Vy/et+FblRTirXNxj0azl2YP8AoT4X+rl+9b8KT+hThf6uX71vwrfZaTLWcY9Fzl2YMeCnC/1cv3p/CnF8EOF/q5fvm/Cthj+IRYeMyTyLGgtdnNhroB7zc7CsRjfGWFMQ0MGHkxAFgskbplcm1st/zdRrf5ViWC8m05sljwN4V+rl++NeZPBThClVYSBmNlUzkFjvZQdTp6VheLeKOMxRVhiBhomkZWig1miVTozMAXY2B2Cj3VhhxVm6rSF5WfKExEjMHjZTnJXW5JNhe+m9tQK4uS9I6JS9s7r/AEGcK/Vy/fN+FH9BvCv1c33rfhWK5S8ZsTDOgx5MkEqKQwQK0YFxnFtZFuDe5J0uNdD3PDyq6hlIZWAII1BBFwQfQgg1bRHkjB/0FcK/Vy/et+FL/QVwr9XN961dBC16tTRMn2c7PgVwr9XN9634Uh8C+Ffq5fvW/CuhmmzQZM5+fA3hX6uX71vwpP6DuFfq5vvW/Ct+abNaSJkzmnMHg3w2HCTyIkoaOGV1vKSLojMLjvqBXz3X1xzY3+78V+74j/SavkepJUdIOwooorB0CiiigO8eB6/7tf8AeH/yR10QJWB8Ch/ux/3iT/JHXRslfoccvgjwci+bG1SnAlewle1So2RIRVpwUqrTc+KjjF5HRALXLsq2voL5jXNyNJCYmdY0Z2vlRSxspY2AubKoJOnYCub8X8c8OumEglxDXsGf6pNb/FjsewrY4jn7hsYJOMgOXQhHDnT+ylyfjXEeKYnDYjHu+FjkxAPVtAynIARuq3LgAXJAHfQjY+fk5MfB3hG/J65o56xvE1WKWHDojvaPyZiG9klZGY6i4Bt9lVY5cxEuK+j4iXI0UdgXPkVQAECnbITbX0BqzwnDcW2Auip0MMxlUrZZQysWLC+a4Be3Y6DTS9TeJ8uos0ZkxIlQsFkDOrSLlBJOd/MASpXS1r763ryS5dnfGloppMFFDgH6zGLFiUrGiDVl0G2gsSW8wtbT4VVaTwxYZIUWRWPnuTKxN8y2AsF1v5vQ2O9WHHFwiYyJomEkKi7pHYsrC5IBbyuLi/fex98vB8UwMeI+kwx4hCgXLBlQqTkys7HMD7RvYd9dO1TdX+4KzgPBjjMQmHdiGUMoDi2VVzMRb4lu4raeHHi2cCfoeNuYUYokouxisxBD31aMX0I1A7EaCh4hxSYn+co4VLElDIM1gQMpzKpUjQWud/stW4Tlp8Vh8RP1YgMOhJyr5nNrkFrXJst7k7n3mqp1t/1kq9H1TBKrqGQhlYAhgbggi4II3BFe7V86eF/ivJgmjw2IcHCXtdgc0Ia+qldSgJ9mx3NrV9D4XFpKivGwZHUMrDUMrC4I9xFd0cmqFavBpxqbIrSRgbNGWnAlestasFHzZH/u/F/u2I/0nr5Dr7B5v/4fi/3bEf6T18fVmZ14wooorB0CiiigPoLwGW/DH/eJP8kVdJy1zjwDP+7H/eZP8kVdJJFeqL0jxzXyZ5y16ApMwrPc88dxeDw3VwcCTEHzhsxZQbAMqJqwvvrpcHa9q5UrJFGnUVybxo5Rwp/rQdIZyPMGIAlOy375rC1+/fa9Uw524zilQq+UyByscapHcp5jlk3JAG2btY71W4Tg/W6cvEZi3Uc5nkcIyZQ65c0ty1zFbKNr+4W8XJzJrR6IQaGIMPhMF1QJTP1EQRPEyp0mYMSZHayehsb/AABp/g3MlnEow5bEGMoHicnMoymzhlLFrR6EAizG+g0ZxceBggxCPKrYjrZ4GiBkFlVStx7AU3a6/wCNhSy8YkDriC8UZIZTHFcoS0bLnZSxAOQhQxtbsNK8zr2dvBY4SPFY24iVoYSS2SKQ5maY5ifKFubgnYdz7qhP4eriMEJ4GdmtIxEm7ZGKuBqAZLg7j0FRcTzTi3eWbBRiDqFBK8QJLPfLHlLHQkEbKLnNvXr/AGSxckXWxUuZTrlD57KfMzlVsqi+hIOhNyDrTa3dFH8FweD+b0lLRYeaz26yxkMA5yKQ4NnJQEEjYn10s2TCYjBFTIhmCD68ZUQTELmOaUopG4sOw02FZ3hfLYlDKJmkRWX6lXGV2by7IbAhb7nXQXF707guA4bE4kxpnV0jkzI8Z8pAtmbqO9zcgWv/ANzrv8yE7AceiwODfDEx4nN1A+Rme4fcAILaAakuPdWXl4sqgxYXqRBvyga6oexVlu7MLG2p77Vdty5JgMfFE2d45GRi4cLGUzbstraBTcE2q05h5QSWIT4cxI7uyylilgCWIIzaAjQadqKUE/12HZnIeAXwTzZUdVazTESaG4BNswIUXGuQ61YcheI2J4U4RyZcLezR3zZRcktCb2B3Nr2N7+8XHDsfFBgzhMRiYmeVrBo7uFDMLEsgIWxv6f4VT868qiDIIEOTJ5nJ0JaQgMSPlp861HlqVMjjo+ksHi1mjSRDdXVXU6ahgCNtNjXsmuG+H/ilNhYoMLPGHV3CxzSSpFHHCtlP5tzlyufMb9u1dqw+JSVA8bq6MLqykMrD1BGhFetUzhJUPGSvOeiwFBNdFRgpubm/qGL/AHbEf6T18h19fc3f8Pxf7tiP9J6+QazM68XsKKKK5nUKKKKA+g/AT/hj/vMn+SKugcQx8eHjMkzhEFrsb2F9NbA1xrwM5wjgE2GnkWND9ahfyi4H1gLbeyoNj6GrHnLxTk+lNh8IcPPBYZswGVwwAZCxazLZvzbH7K651E8sotzNXxvxSwMETNDNHiJBlyxRsfMWNh58pAA3P/eqCfxb+kYYAYOdTJdWsM66b5WBWxuO9rDXTQ1T8K4Pw9HIhRpbSFgyozjK0eUx5ipAGbXsddzV9w6FRGnShYdMymPrMAzdQk5SBmJCi3tA7e+vHyfib0d48SRlYuIcRmMWHhiXCI+Yq5K2IUEtly7r+ze1xrY0zj+SJZIpsRI0ryQmQNEbI5t7TJfPpqANbkD7dFxvmCPC9GHqwwhfyYWJpmVfZI0IyqRcXsb2+NvKc7YXMLSYt23Z+muq65iAtra63Avt61wTf+qOuiji8PwksIMYeF3IYFiWSy3YsdBYldLAdq0/LnBosLJIrdHpCOPKdC+YswkXu1rKLGwvfc2qk4lzPCxX6HDIt92nTPHa5B8rs6hy1tbA6CqqPmvFzAIDGC7dJbdAEAfmqvkyqbn2vdrrSpvyLRseGgQDE5jJPHJIcmbMxEeULkOcAmxZhfXe5pnllPoeGMLqWjTqnMSoSzvohOYjY2Pb4b1gpOGT+fqOsiqM7gSpOFAYAM4jEpFiT6d/feplwrSOyrlJ1sFjRQQAWJuxUrbbb8K1/ivyyZUa9eLYTh7kQ9FhM4byStKsZRr6hVFvaAGW9wPdVw3EMHPKCk0PWmyi6RWY6C4dpAyg9rH02vXOMLhlLourAlQpKlT57ALYOfLY3+fvq64jwb6MvRaEB0ZT1BIkYa2U2WRow+za2I1+VacYpktm/kyZlR3Odxq5bUqt75WFgD307X91RMRg8OBmZUsAWzSISwABNz1A2Y77W1N96x8LzfRY7Ikrs2RD5WIAYiyPfcldxuCQb1FwHOc6zCMi7ElCG1t2bRUDX09TsK5Pjb8BMuMdzph/ZjnfpG/1UUZt3NsrWGX1AIvc6GlTxGwqQPD0cQwIt0ywyKVIKkKxJQgi4ykAegqo5o5YljjOLzHLJbOFFrF/ZGtiRrULkuBJnxAk8xaCQKW8xDkGz7+1pufWtqPG45Da2WnEOOYHiCxZ7wSRIIwhNoypOwcA2I9SANb1f8ueKEvB4RhpoxPGAWhdZAvkvZctg11NmIvYgkisTjeV2EMk6/k41iIBF7mQIDYjazMT+NVOK4fNEoVwylsr5GBAOZQVZexJD1348V9WZfy8nScX/KCxR/J4fDqP7Rdj/BhVLxvxr4jOMqOkA79AWJ1/ScsfstWKkhFwAdwNdt//AD5+7am+iM1r3rpkZxii4xPPXEJIyj4vEMhUqQZGsQdwddR8fhWdqY2BOXN2+f2VDonZqLXoKKKKpoKKKKAseF8MkmzdNSxFr2B0zEKCSNhcgXvWl4PyTi7lo1kjlUMyMPKbqpDpfN5WuRbTUGvXJGLmSJlh6YZywJZSWsANiCNidBp39RbX4XjGMjjBZ4hquYlNwAFABLgHTe57j3V5p8klKlRm17KCbg2NUIxmxJYiPKC5CkumYoCWzA3sL6WO3qJET47I+aRgoPkzHXOrR3Dk3Ivn3v27Wq+gwOIkXNLimRQ9wwjQAWBF999rDtr6U5Hwos4T6aCpbPbLFqTqTYXGYjW5v/CvO5v3RpeCmwvJTy4TOFy4hTJ1FUgCRRJlFmWwGxI0sR8jU7lrl3+tLIAjwq8yMhAfKCklgHJJIzWHxq5Tl+4zDHYkXtqHj8wPvy2+Hxr0nA0VWBxOIce6ZQt9RYgJbuPjfXtUzfZaMtxnlr6PiXKRkwtC4QnVlcuFy+bTbzD43F6XG8APVnjkkz4d/o2V3fNZWkHUAbXUAb6aWNWU/K6hgDNiLHUDrklrDzbj39tPNtao+J5ZgDGyF7FRrMxIvY2YA3AsL3/wqqdeyFVwzgy4WfFLdeiwQRkSIoZM1yHBOvl0ItfW3en+J8Iw8WO6kUsfTaF/IJVASTQWCm9h7gO/avcvL0QuxwkcaBm1u7Ow9QGbTUnU37aVYcP5bhZQWgh2b/l6sTfSxGhHrc/s1XPd2Ct4lwuKf6E4dEliEXUUk+cJk0DJfzDLa+n42HNHEcFjIHgeVVlL5lOrEZQBfXYGxFr03ieERrYImG9oEfVxEhdBfzrYnfT/APKmS8VihVsssMaNYkrYZSbCy2W1z3tbQVlei5FLwPGxw4eNYmlnEEgJyRNlJzFrWAY3BO9yNu9QsbgYpMScQsGIWQnPkMchU6eYlDDre/6Vtas/54UOXWSNhYeVyVNmAsCV2GUk7VHxPHkU6PcWXz9V91F7EWuTe2vvrau7RjIlYziuJmgEMWAaWMsFPUUBLAAjRW00tuRsfgMdxOXEQGwhWFrsr9IKL30ynLcjT1J1rTw8bSaPLGLiwuFyknuWOYjQbbX1G9VfFIVkUjDhckanql/MVYA985FiBYAE/hrjSWqDkeeXuc3SEwyQiVEAYWBLBepnPUIvoDrcjsAd7i+l4zgcarF5dZBEgjf/AJdgyllVjlBsUJI7L8awGBxU2GkWaLOHjJzMNQBtlYW2INiG3q6m4vDJL1zDC3Ua7xuuQKQCDlKsL3Fjf1G29blxq7Wv0DkTuMeHeZpDh2vYkqCdCCAVANzfQ2vf1001zWHgMchjnGVxp5rDbe5I3/CrHgvF0WQqJJIdLJIGDouhuGRgTlIvs2hP2P8AGscMXEsbqnXiLZZFuFdLXIZW1HqCLjTtelS+sn/JmSUlRTY94wp7m2nu/hVEalSHLcGxO1wb1ErtxwxVE44YqgooorodQooooDR8B4VipYiYL5frNj+ci5iLDuRYCrOPg2NcR2MjdVGkF2sPIPMD3D3AsP7S/KfyNjZkwLLD0vNM1y7sjAZVvYhbAab39dt60eBxeLSyGJnGTdXRmspykqc1/wA3cjX515Jzak9Iy6syUWDxhVGZTkZyg3srK+QZhcD2rgH3V7+kzk2ZSpQXXKozm7dMH2wx8zC2pFa48acZlWCUgmwzxSXzZs9/ICpsddDrYV4XGplV2sGUKuZg4IyuHsLrbVran199cc37QpGNhTFdNp4kLBHyPmAzBst9VzHSxBvTsXFcfImdFBjzMTlsRdTqWYPfd1FydiPnt8DxvDoWVXi80geRuotj5UUaG36IHzNeuCmHCqY1s6AyljeOw6lmta+vbudvhY5/8mqXZiX4nxGOMTBg0bFluMklrALY5SwUajvUPEcZnkVCWaQggaxgqp30bPvrpcf42rpvBhHFF0DG+Ri7Zst185Vwt0v7tfdULl7gcOCzqJI3WSUOB3UFbAEt7+//AIauRdCjnacVmsZFZc17nLGjEk+W5PUJ200FV+BMhzlZZb2DCzZATmF7kvp5bm/uHurczcrqmPaaJ4+nkAyqxDKxtl0ta2m96f5k5JOKw0f0YIZlCqwLBSbKBcE2udB8a6LlWl2SjAqZM1n6oWTRT1CQApGpGocD/uKOEcLleQKhZ21vGpe5VRmOqX02H94e+uyYfgK9ONJVDDpBTe51CDuWI0sdrb96yXJfApsNxNxJ1ekqyKhcPla9rFSbKdKLmVMUZTjGCWOezMTGb3XNLmjItpIXQEm99hScO5bldjJAVdVufKZWtvlBsgOtjbbbW1bznvljqwtNCrdYBj9WDdgtzYhdzr79jUHwwikEOJ6ucNeP8p5dAHto1u5NRctwckax3RhP5xdNCEG2ZGD66lgSAdbaHf0p0zTStYIg0IzhJNicwGl9zt8q0viZgVjK4jDsouVDhPUoLN772P8AGmPDp+p1yzeewJJsTZbHuDpqda3mnDNIw1Rk5YRrfELe5uhEu4Psm69t6jTRghfOp3vYNpr3uNfWtjzJyqXMkkAJYCNmCgknMouVAHc1nMLwfEBwkkUqqb3zIyg6E7kVuHJGStMtMZl4WY0Ylh2AzJICbm/lJWw09ajnBuNSbGzaENfQhSNt7m3+Ndd4nw1Z+HwI2U+WBmIex0C3JZvj/E16mwCKXIACkyAsCNiyPbVbanMfttXJ/ia8oJWceiwTsCQpIFyTY6ZRcm/uGpqKa3MvHnKTQxxlSxbdN4+k4cWtcGwDD3XvWGNemEnLyghKKKK2UKKKKA6z4XcMjlwLF/1ri4JH5qen/Stc/BVBursLaaG5FrWGpOnx+fasX4Y8wYeDCMks0cbGV2s7WJBVBf4afwrYnnDBE6YqD5uBXg5IyzdGSU3DyFKq1u+oB9dhbbf/AKVAg4ZJFIWSMHPe7BrNffQbXJvc32A+J9nmzBa/1uHX+2Pff4b0h5swViPpUPf89dfnXPGXQGpIJGQqyNbXax3HtWtqQLC+tMvg1vdsPGSMxBeFNc2pBGXubj+Om4mrzXgv/dwW9M617HN+B74qHTvnHbtp2qYy6KUWIgwgZ2ECI5JyhXZPYAUFcjDKCdL6W3r3j+LYSBEVJXzkGyJOQBYC+e5KjW477VbvzVgW/wDVYfT1df8Ar86jzcV4S5OeXCv+0U3+ddEn7RKZQNiI5nBBxDki7Moikyjs5MaaC/pfSxqX/s8186YrEJm1CyJsCCAVVwNNP8amLiuDgmz4VdLWDAaWt2PpfavGMxfDJAinEw5U0W0o0BsctjcWuBofd6Vaa8IUyNNw3FIoIxKut9VcmHLufK4DH/w70QRcRcZYmhJABUtiDKNQygAEEA27iw7g32kx43hqm6YmFCL+zIovcWPax7fZUHGtgmP1XEI4hbZWWwJ9ogAixPqLVFHf1Gx/6JxWNQ2QSXYqUimBtoLEBvKBe40v8r1Uy8exUZKzYbEA2tfLnv5iRdlA7m17mr/BcWwcX/r0K+nW0vawNjc6et+591mJOK4VgFbHREA+0ZQTb9k7623+VHH8gZhmkZHX6PihEurERag6EFi99Pdr/GoMyBHzMMZFcFVIgVSV79l/xOhFbSLmCFLq2Lw8kflAHUUnTcMH37WI2t30tVcT5hMq5TiIj5rgdaIquW+XXMGuL7j7B20m16IN8O5mmjVRHgcRKyKB1HjN2sAqsbIe1hvTnE+cMU4A+huAwuCUzdjfy5NDofsvXuHmEquVsZEwJubSqD8b3Omvp6+6nouNR6/12FAP7aEta+1hf7f+prDSv6ltlRLzJKiR545xlATIIcgyge1m9dLWuKvuEcMlxS9SVI+mVHTE2YyZCD9aR67C2mnfUVExfPIVLx4hGtcZPIhsAbG9m7m+m9u16ZwvPyzXzMkZZPOCQoLXALIW7EAGx79+9axtfUlo98ew6xxP0Y80yxMjyndkKEMd9LAbDtv61yiuvYzjGF+izfXwNI0UgAVxpdDZQCTrt8TXIa9PDdFiFFFFdjQUUUUAt6L0lFALei9JRQC3ovSUUAt6KStJgkhfB+xCJxJ0AXZVus1mErZmFjGUZc+1pRf2dQM5ei9afl6KMQMWTDuy4mEETMovEUk6n5wbLcR+ZdR23qbiOXuHjziZijGZwqyxFumLNECDqr+0pBubi9htQGLoraPwDBqGdJQTGDlXqQhnPWxCrI2drMuWOG6JraQG3cx2wsc0vEAoguZPqSzxoBmxH/LJYLbplttLa0Bk70XrZRct4NlDNMF0wwsssV8zfR+sSrEm1pZSDoB09twEXlfCvG8kTySFYi3SVkMgYR5s1lUh0DA5gLFFGbW9AY69F6SigFvRekooBb0XpKKAW9JRRQBRRRQBRRRQBRRRQBRRRQBRRRQBS3pKKAW9F6SigFvRekooBcxqXDxWVIzGrsEJJKg6XK5SfUXXym240NQ6KAKKKKAKKKKAKKKKAKKKKAKKKKA//9k=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7658" name="AutoShape 10" descr="data:image/jpeg;base64,/9j/4AAQSkZJRgABAQAAAQABAAD/2wCEAAkGBhQSERQUExQVFRUVGBoVFxUWGBoXFhgXFxcaFhgcFRgXHCYeGBojGRUYHy8gIycpLCwsFR8xNTAqNSYrLCkBCQoKDgwOGg8PGikcHBwtLCwsKSosKSksKTUpKSksKS0sLCksKSwpLCkpKSktKSksKSwpKS8pKSkpLCkpNDUpKf/AABEIAOEA4QMBIgACEQEDEQH/xAAcAAABBAMBAAAAAAAAAAAAAAAAAwQFBgECBwj/xABHEAABAgMEBQcICAQGAwEAAAABAhEAAyEEEjFBBQZRYXETIjKBkaHwBxRSkrHB0eEWIzRCU3Oy8RUzYnIkNUOCk7Oio9IX/8QAGgEBAAMBAQEAAAAAAAAAAAAAAAECAwUEBv/EADMRAAIBAgMFBwMCBwAAAAAAAAABAgMRBCExBRIUUVITMjNBcZGhFWGBIkIjscHR4fDx/9oADAMBAAIRAxEAPwDuMEEEAMtNfZ535a/0GOICO36a+zzvy1/oMcQEevDaMGYIII9YFZVnJBOyEiIltDy+aT3boY6Qk3VUwNRGKqWnZkXG8EEK8sOTutV3dhuxo9G2tWNiRKMQ+8+TfQrkwQnFJZjTCgwo7mtcYwbekLUpMtLFISEliAwSHwqaH1ogDKMw486HJcncDuTfYPW6wwwDH1oVmW5JmBXJhgm7cYM90pfmgZl9tMYAYxmHQtibsxNwOsgg05orSofPJsIJlrSeT+rAudI057NiGbI8X7VwNIzDmfaUq5RkNfZv6WIJbix7YUl29ImJUZYYJIKWFVEF1VDYmgbKFwMYzGyJjKBxYuxFDV2Ih0Lal5vMAC03Uhk8xmAxFSwqaHGAGUEOl2sGWlFwApreo5qo1psUB/tjNptaVLUoIACksAGoaVDCmHfC4GsEOlWtP1fMHMIJ6LFmcYOQSHq/SMJWmaFKcJuhgGGDgAHtIJ64XAlHXtSPsMjgr9ao5DHXtSPsMjgr9ao8+I7qBOwQQR4gEEEEAEEEEANtJSb8qYl2vIUl+KSPfHNfoEv8VHqn4x0+f0TwPsiEjmY3G1cM0qbtctFXKLP1NUgi9MSx+8xYHfWkLDURZH85HYfjFxnyQtJBziqHWXzVZRNBCRgcjXLYd0Y0tpYqsrRea+xayMSdXFyK30q3AERD6ds1HFMx7xFgkaYTaFm6ajI5iENN2AKlkinuPwjrUpVXG9R/qMnrkMrBqcqbLStM5DKD4H4wv9Al/io9UweTzSz8pZ1dJBvAbjiIukcbEbTxVKo43+DVJMpn0CX+KjsPxg+gS/xUeqfjFzgjH6xiua9huopn0CX+Kj1T8YPoEv8AFR6p+MXOMKUACSWAqTuAh9YxXP4G6imfQJf4qPVPxjP0CX+Kj1T8YsyNMyCHE6WQwVRQPNUWSccCaAxr/H7PX6+XQgHnChLAPvLjtG2LfVcZz+BuorX0CX+Kj1T8YPoEv8VHqmLSrSkoXXmo57XecOc5YNXM04wJ0tJJUBNlkovXheHNu9J60bPZD6rjOfwN1FX+gS/xUeqfjB9Al/io9U/GLR/FpLPyqGZJe8MF9E73ajYwmNO2dwOXluagXhXDDtHbD6tjOfwN1Fb+gS/xUeqfjGPoEv8AFR6p+MWgaXk8z62XzwCjnDnAlg21zQbY3l6SlKICZiFElSQAQXUjpDiMxlD6rjOfwN1FV+gS/wAVHqn4xj6Ar/FR6p+MWVOnbOXadLLYsoUw/wDpPrDbDuRaErSFIUFJOBSQQeyIe1sWtX8IbqKh9Al/io9U/GL9q1YTJs0uWSCUghxgXUT74aRL2DoDxnHswWOrYibjUd0lciSsOIIII6pQIIIIAIIIIATn9E8D7IhIm5/RPA+yISODtbvRNIhFX1y0YJiCWCqUGBfcYtEMNMS3Rg8eHBS3ay+5L0OWaHtCpa2SS6T0T00/ERfLNbUzpdek1d8U602fk7RdLKeqUrN1Qf8ADmYHgYsGjFjol0nK+LpHBQ5qu6Pq1kZtXRVdEWrzbSDpBAKmLnI0Lx2B45JprRakTeU2KdxWnFi8W7WzWg2fRSp6SRMWgIl7b6qP1Bz1Rw9oUXOpHd88iyyQ60trcZayiVKEy695Sl3E/wC1km80MpHlBwMyRzfSlTAs4O9whKm3xxix6Vm4qeYhwTKJUUGpJExCGdy5Y474yiTMSgqTfSokFA5Rgir80NgdhIpHqjs6kluy1KXlqeiNHadkTx9XMSo+i7KHFJrD6YKHKPPuqNgtVtmlElT3ectaxzJYJo6ksSTWgxbKOy6P1cMmXzpsyYoByEMgKIGAd1B/7gI5uIwtKjK2/wDjUvGTZGWbUghMv61lykykpWkMSmWXUlXOLoXSmRAMOLfqyV8uOUSnlZkmaDgU8lydHvZ8ljRnwpEFb/KJZZM4SZ1jtYnFmQoJWTewu/Wl3i36Imonoc2Yyq9GYlBLbeaVD9omo501vO/wSiu2TUxpUySJyFJmSpcpbAXgJSiQpLKZKilRf+rnDZD1OpqirnzBd5WfOF0Mp56SggkqNAFqyqW2RZU2eXLBUEoQAHJCUpoMXIEVnQflGk2yZOTZ0TFiSkKvc1JmEkhkBRGzEkYxiqtad3DRehNkKStVJgTIeYm/Z+TCTdN1QloXL5wvO5ExRd6Ft7u5mg1qnS5qil0ImoKQlgeVUlT9KjXBxqaRCJ8q0o2g2YWW18uKGXdlvQOa8ozNV8IuNhtfKICilSCQ91TOncbpIfgYrUdannLL/IyZVpWo6hKVK5QFMyVJlL5tfqTRSOdzXFGLsaw9sOqpl2gTgupKytIDIWVF0qZ6LCeaTmG2CH+sWn/NJXKmVNmIAJWZdx0AB3UFqTTg8ROr3lARbWMqz2gIJI5VaUJRT/eSa0oD8Lb9ecHLy/AyFrVqqpUyYsLAJny7SilAUITLuq51QQnGjE7okdA6IMhMxy5mTFzTkApanISKsPmc4jdbdfpGj7iZl5cyYHRLSzkOzqJokOe40iZVpIAdBZo/ND+lT/x7xGc3VcFvaP8AoMh7EvYP5Y8ZxERL2D+WPGcezZXiv0IloOIIII+iMwggggAggggBOf0TwPsiDicn9E8D7IhI4G1u9E0iEI2uVeQRuhaMKFDwjk05OMk0WOba1pSUi6ReBqMXHA+6GujwsIoVJcYJUoitBzVJaJ/TerAWlV4viWOfWKxU7FbZAlEMEnZeUSCNxPtj7GD3opmadi7WiygyUS5qCQzE3Ts2kDtjnumbabZOFkP8uSVKQlB6TJqHO4Hvi9auayS7RJIe8qX0nY0yUAaCkQti0UhFqFocpIWCkuQCS+Iq4YmlMTGUktWTfmVtOrnmyaS6EXgpQBIKqCoDAUY44igiu6Y0g7pS+e4ABwwCeb2beod00rqLKt0pK5U6bJLE3QykOWLKSasDk+ccxR5O7SLfLlzglSVLF5SSCi4DeUMOaCHLMO+KRUo3nN6Hrr14TgowVjo3k61eFksMpJA5SYOVmHN1hwD/AGpYdsWcwNEXrRpfzWyT55/05ZI/uZkDrUQOuPmZOVapfzkzzWsjmFgAt+sE+aKy7NzEtg6fqx3lao6/KlABhHNfItogpsypynvTllT7Ug3Qes3j1xbdeNbU2CzGZ0pq+ZJR6SyMx6IxPDfHrxadSsqUM7ZELLMjNbtIG1Tho+SeaQFWtafuyjhKByVMw3J4xU/IzITy9tKQAnlAkDJgVkAd0O9WdcbDZpKiuZOXOW8ybMMmY65qqkkthkNgEI+QsOi0K9KaP0v749Tg6dCcbWSt+eZHmaabl8lrNLOUyWO+UpPtRHW5QDBo5V5SU3NNaNmbbqeyYf8A7i86y6xeaWYKQL86YRLkS/TmKwf+kdI7hHmxEXUjSt5olEDrva1W2cNHSSyAy7WsfdRimUD6SsTu64n5ipGjrIZigEy5SWCRnklKRmSWA4vDbU7V3zeU6zemLJmTZhxXMVVRO7IDYBFM0vrzZrVbxyql+a2U/VBMtS0zZuBmG6GupwSOuJjDtH2ce7HX7/8ARpmV3XiwzFTLJPtA+vtM1ynKXLBQESkj+kKrvJjudh6A644trxrJJtlu0cmQVlKFpe8hSKrmoFArGiY7XYxzBwica32cLq2uXIRF4l7B0B4ziIiXsHQHjOLbK8V+gloOIIII+iMwggggAggggBOf0TwPsiEibtHRPA+yISOBtbvRNIhGIzGCWDxxixVddZ02UhUxNJaQ5OfAbzHC7VaJ1qnEoSSSXupDmnCpNMY7PrVpLzg8inoO1WY7STl1w00Lq3Jsyvq2el5ZDkbQmuD7Y+pwkpQpLf1PPO7lZEbqZq8qRZ1EsZk4XFMH5pY3ahr2NMgS8S1vuoS61CmRBXVW1jUY0eN9L6dSEtLGAcUAGzF2FBVt8VXSGkXvVYM90Z7Ksb2GUaZydzS2Vi76v6yiVLN4snEE7MKnMuO+HWrVu85nTZo6KOYDtUWKm4BvWjlVktE+1zUSJT3llm+6Etio7gH/AHjtehNEIsshElGCRU5qUeko8T7o8ePrqnS7NaslK7H8c08t+kz5vIsiOnaJgLDNKGA7VqT2GOlxyK2PpHWAnpSrEAkZi+n38oSW/oMczAx/ib70ir/2LSL9oaVKsNiBWQiXJli8o4AJAc73Pa8VjVWUvSNpVpCckpTVFlln7krNX9ytvHdCmtOpVstyBKXa0plAuJcuUwOy+St1N2bos+rGj5smWETVIU1AUI5MXQAALrnYcOyLylGEHNNOUv5AV01ITLs09foylq7EExQvIVL/AMKs7Zqu5KYuWtmi7TaJapUmciXLmIKFvLvrN6hY3gAGLYdcQOpmplq0eyET0LlFd5SVSudUAG6oLpgMXhTlHh5Rcs36kPUhvLf9XN0fO9BanPAoV7omdWJKrdP89mAhABRZkH7sr7yyPSWe4CJLXrU/+ICzJUWTKmFaxmpJS10bHLdsSFt0dPTKSmyzESiHBKpfKMGDXBeADb3iyrR7GME/1Zq/LMWzK/r3pxUxaNG2VTTJo+vmD/Sk58FKHcR6QizaF0FLkyUS0hkpF1I2Ae/N98VLVrUO02W0KnGemaZqgqaVy+erHBd+mPsi/TwvkzcIC2N0qF5IOTgEONziMq8oxShTeXP7krmzkvlBlA6d0egZBB/9i1e4R1uyjmDhHONKeTy1z7Yi1rtSeVRdutJZIu4Br+8vxi+aGROTLCZykqWH5yE3Aa05pJy3xbFSjKnBRknuohEhEvYOgPGcRES9g/ljxnG2yvFfoJaDiCCCPojMIIIIAIIIIATn9E8D7IhIm5/RPA+yISOBtbvRNIhFc1r0vdAkpPOVjkw+e6Jy22kS0KUThvzyjlWkNJBSzMmEh1EVOADGnHCMtn4btJb8tEVnKyLFoGwFXKMpnzLM5OYNTTN8459p3WhUu1clyt+WDdVdTcCFAswyVkXciLDrVrf5tZkSkKSubOAUHe9LSsVJyJrQv1Ujmdm0epU1SACQqvvx64+hUU82eeLzuWnSWmbh6LFJIGJxGT5wxsGjrbb1gSpa1CgKsEhsyrAR0XUTUOSuUidaHmrFEhZcADBxmeMdDlSQkAJASBgAwHYI5OI2gqbcYK7PSlcq+omoydHyyVELnL6a2oBjdS+T1Jzi1ExmCOJUqSqS3pal0jnsifpsTJqFGzFCiq5MILoDlilKWKiKUV1mJvU/VBFjlkB1LUby1q6S1nEnZwizNGY1niHKO6kkny8yLFIGnrSTbVpmJMqR50lJISSFIYyWYVHSBfpOBDew632gy3UoD6+UlamF6XJXLBvkjmlKl0C8AFVqIvoQMczm8a8gnYP3i/bw6BYpydZJ4oSOS86Mrzlg3IhBUkv0azPq77NSGum9bpqZUpVnmKWVm0iqEXjyQN0lP3gkg9HpAb4vglBmaMciMG74hV4XvuizKpadbyJ9muqQqSbqJyks1+ckqlEF3A5v/tD4RG2nXO0JUtF4XfOk3ZzJbzczzJKDlfBSa+jXfF95FOzvg5BOzvgq1NftFiiab1vtErzlKCCAQqXMuhpYQpKJqFZFTkM/4n9MO7ZrDN5S2oTOSgS02fklEJISZo5zv0g5FDFw5AbIzyI2bsYdvDpX+2Fimr1mtIQorBlKTPlSZ3NdMtBSCuZLLVQokEKOAXXCLBoDSgnJWUrKwlakOoAVSQCARRSXdjnEmJY2buqMIlAYBopUqQkrKNgbxL2DoDxnER4xiXsH8seM492yvFfoRLQcQQQR9EZhBBBABBBBADTSk0pkzVDFKFkcQkkRywa6Wjaj1BHT9Ok+bT2x5KZ+gxwGXpFV66QnqJ391ItGlRnnVjcktU/Tk2cU8oQfQSkAVbE/HIRVdJoTaZo5J+TCrt/0gmq1cCaDcI00tbSPq0q+smc1RH+nLOI3EjujVOkOTAloSGDVrhCNOKygrIosyJOjOXtN5nQgv2YCJzVpSpMxSriScBeS7VyeGNmtykPdSmpepMLp0tM9BHfG6pwa/UErFyl63z0vd5MOXogYxv8ATW0bUeoIpJ0xMfoo74yNLTPRR3xThcK/2L2L3ZdfppadqPUEH01tG1HqCKWdLL9FHfAdLTH6KO+HCYXoXsLsun01tG1HqCA662jaj1BFN/iq/RT3wDScw/dR3w4TC9C9hmXyfrJa0LuEy3u3qIpg+fCE/pVauT5R0M7dDeRXLFJzekUpek5mYSes++CXpKYaXQ3W3ZEcJhehexN2XaZrRak3HMsBeBuuwLGrYYiNkay2olYBlm4a81too/A90Uvzqaz3U04xoLfMzSketE8JhehewzLjI1vtK1JSDLdRADopXbC8rWO1qUpIMt048ymLbPa0UM6Tmj7qX4n3RqNMzPRR2qrEcJhehewuy7p1vtJCS8sBRYczY2LcfbG83Wm1JKw8s8mWUyKO92j7xFGVpWYPuo7TGP4xM9FPaYcJhehewuy/L1ktYuVl88gDm4EhJr1LTUPnmIStOtdqQq6oy3YGiQzEBQ7iIoi9NTac1NKCp7tkJq09MzQntVDhML0L2IzL19NbRtR6gjo+qtsVNskpa2vKBdgw6ahh1R59+kC8kI7VCO6+TqeV6Ns6lAAlKnAw/mLEVlRo086cUmCyQQQRQgIIIIAIIIIAY6b+zzvypn6DHFLNZATVhkPlsp3x2vTf2ad+VM/QY4L53VwSKYnOmRyHeeyNaZaJIW+UgpFxCSrC8BVvaRh7YhFoIJpXh7Xh6bWSQT259ZHveNJ67zPiBVQNfYxyjUhiKkCjAEin7RlCA9QDG6Jb1DKzzB6wa/tC8xAZ6EHDYNsLCw2uoYO71YDDgfGcKCVRmqMS3cIQZ1hsq9ePsjeZabpYBzEAWTZRsygElKcn4xqmY4D03fONXyoBEkmyVjBuyFi2yrbIbpTCyEVHjL94EisuQCK90K2azc6gz8OYJkpmzIY590O0IDOxZmLOcRXDcW/3RIsbWmbK5Pk+S54/1bxJbLmig29cRyJY2CuO3bDpdleqlAEgkM1ABR+ODb4ZlRphxiAZmWZIwHbTsaNjISzEDdn+8bijA57MevbChmhsXI/friSSMVJAOHw6oyqzpGAbsbrh0oJObDx2QkuSxbDxuiCBqQcGSd4wb4wmtIAJUaNhl+/VCyu5/DvGq5QP3gDWlD25QAgLMAggtSr7d3jZHcfJ3/ltn/tV/wBi44ouzrGIcGrhjTCO2eTz/LrO3oq/7FxnU0KsscEEEYkBBBBABBBBADDTw/ws/wDKmfoVHn4kls+yPQGny1ln/lTP0Kjz+ldK+Nka0wZSoF8j7YyPG/thCY+3gGjIVjewzMaAdS5xAO7bh1HKAzQaOxNecSO8YdcNROKqJoKV28NkKyrMH8OfjC5JumwkVBZ8lMH/ALVdEjshUSCmntxhWQipYlj4qMD1wtMmJcAgNuqG4E+/hE2JsNAg/vjAiWHr7IdKkpPROZcCorXY6RvLw3VLL58Rh1kQBsN2EOEIbEPCcgir5dnCHCZwIypV93v6oklCspBObnAcOvxWHVokBKQyiA/akDsqT3iNJM4UokZXk0erk87ZhxVxjM5bqGW8U5ocjxuEQWNVSnfO9QV+6Di5GBPuaGc2VdIFKgHeHANeow6nTAnc4c7kigGeJDdURk5RKi4ck5D2CJIYryrb+uEyh/DHr74EpdqePdCxFMBTtiAhuiQcSHG0d0JrWdh3Q6HNIIJFI0XLSc67REiw3VNo2D5UhrMVdO0M8PDYdh+JjC7FuEQRZic1d9AAdiMN+ffHaPJ6D/DrO+N1X/YqOLmzMaHqjteoaWsEjgr9aozqaFWT8EEEYkBBBBABBBBADDT32af+VM/QqPPYTnhSgxp749B6f+y2j8qZ+hUeeJs4EADFsso1pgUXaMhU7M4wLOSxU24D37TGZMoIpiYc3uEaWLGZMgE90OlyQkM7t2dUISQ3HbTHwIcyJoBdsIkkTEwg0jWYVbqQutjUMO3xlAEYPn4yiQMFpL0pnshzIJH9VcXY8ARlxeMKDjxSuBfxSMpSWp46xhAgdTV4GjHNhn4IjAG044Nj1g+2NpDUBrltZ8wPhCwltv2HFww+NOJgWE0LBAS7Mc8btDQDMqr/ALQIUNQ5wUfVSkCnH4QmZLB8Mq7+8wlUE1gBecqpQwGF7YAA4D5MMWzfGMIktQcS5brPD5CtYSQsk1OTVqdsb9EOK5sA7d1M8XEQQLGzA1NABwJzc0xOzIY5QjMYChJ68+ykbG1PiOrxnxjVAvHD3xJI2nLOUNLzY+PDRKz7AUh1ApfxQwwnIO7u8PECxqlWEbGaQM2hGXOI2dfujdcyjHu98Bc35R6DHxhHZtRfsEjgr9ao4mg87aMv3yjtmop/wEjgr9aoyqaFWyegggjIqEEEEAEEEEAR2sX2S0fkzP8ArVHnmy2ZgCY9E6bD2ad+Uv8AQY4AoGgfwN0aQJNUHZwhaXJJ2xqmlBiak/CM8r3ZRsBcIYkBTE8W6y0YCHo/jjGgXSFUqx3APAsLITdTXomtCMuEb2dN5QAJ4jtw3QimYOHt+cYFqZLB2OzsxxiQLLJJdIDVA2Y+14RuqKuPWwECDxGXCHFmJwq5wOzurAkcWeRQij4u7VyHx2B4eykhL3syGSCwwORNA1XOAbbDaTQ0e6HG282PEP2ncI0nWkgFwz5ULDFnOJOJiCRW86hR2rTDxlCc1hQt42wmi0nGu9n2UYZfKNUi8aPiasd59xiSLiNozPjdCshNHJqQGBej7W2uI3lLcsDSnaaAGmGfVCqmJqm82LbDXCofdQRANZRqAWVlQg/BQhRSEh2O0Ok1PUQ/jGGyVAs1BRmLt61AesCHImlhUYu5oD2unsMAhCdMUlIcljgC6T2HLryjRAC6th3vvhe1WXNsauxA6zUezjCBk3AC+JYCnWaE0iSRKfZBw8bqQyWhsRWJNMx6M/UPDQnOReq3d2xBDRFvXv8AHjOO2ag/5fZ39FX61RxxcgVy7I7HqGG0fI/tP61RlU0KssEEEEZFQggggAggggBjpw/4af8AlTP0GOAlQAwB3/tHftO/Zp/5Uz9BjgARVxg2ZjWmSjeUc6fKFuRHgxqhLCvwG94dWgAMk9eVccRjGpY0UkJp7K9kJkUp8o0Ua+PH7w4kCijjdHeTACa5TbKdVY0TuI35eyNVqqzF93teNkJrRz198SBZIBpsp1+6Hsk3GAzZ649eQ9nEwjIk1YkOQfjR8cO3cKqzqc0UyJ7+utXzI3QJFBMBUTQXTTbTEtuwA8FEpvZMctn75vtgkBtj4Q7uBTkEDb8t9YAbqsLj0WwBNXGze3thQyAGaiWq5wIAr39kKzpj9FgQqjMxUQ3ZjCE93qX2gYGmQGUAIqtLkOSWw3ZdvCFvPN2GG3qf5PCKUgnAbI2NmbNj7IAUKr3oqbMm6r/yd+2C0LuBKgQbwJLHnAgtzmrWrG9CC5KX6XYG740mYRBBIyrc4xwY4kM2909rl40moSlTMC7Fxl2AMe0w3kg8ma7jwxpCQSxYwJFpqUBJuqqThl1OxPCsIiURR6PwhwUghjDTkCACHbuJgDa0WcDjTGnt3R1vUT7BI4K/WqOSKtpIKcAWcNSlQwdgeEdc1G+wSOCv1qjOpoVkT0EEEYlQggggAggggBhp0/4af+VM/QqODJmDIx3rTdnMyzzkJxXLWkPQOpBA7zHEZfkutozl+v8AKIdenS77tclIbpmhJBd/GUJhd88SwGJc0h6fJhbdsv8A5PlGP/zO3gggygRUHlGI4UiOOodaLWZparKJdFnnUJSaEPWo4Q0Fr5t0GnjfDxXkvt5qpUsk5mYSe8RkeS+3bZXr/KHHYfrQGSQCNvs78euHchSQCo9QfHjs+AhUeTO27Zfr/KFF+Te2kAPKAGV/5Q47D9aFhohbjnHGvw8boXSHD0+MKHya23bL9f5Qsnyd20BgZbf3/KHHYfrQsIEgM7YeGaNuWegIA6oVPk9tpzlt/f8AKEj5N7a5rLb8z5RPHYfrRI6WuWmWAUMpzzrwpsIrxiPmzhgCKb4UX5Nrdtl/8nyjA8mdtrWV6/yiOOodaINU2kDP5RmbMCj44+2MjyaW3bL9f5QHya27bL/5PlDjqHWhZmZS05kUbCNJqkPTthQeTa27Uf8AJ8o3T5OLY9eT9f5RHHUOpCwlZVBiHGyMOOyFh5ObaHYy2/MPwjU+Ti24vL9f5RPHYfrRIqEA5irfOMWlQSGOGPgZRhPk6tu2X6/yjCvJzbDnL9f5Q47D9aAymkPjHYdRT/gJHBX61Ryc+TW27Zfr/KOtak6OXIsMmVMa+gKBYuKrUceBEFiKdXKDTKsnYIIIsVCCCCACCCCAE5/RPA+yIQRNz+ieB9kQkcDa3ej+TSAQRmMRxS4QRmMQBiMgwQQAPBGYxABBGYIAjNJ21UuZICaiYpUspAxVcUtBKj0RzC53vlD2zoUEgLUFKzU10dmQjE2yJUtCy95D3ecWF4MaYEtSA2QcmZfOukFJ5xvMcec74HF40vGyQIiz6TmcnJmlQUmfMuhBSEkS1lRQRXEICVF3o+DQ7OnpdSyiApCHCSxM3o3cy9DwUNsKnQ8opukEi4ZYJUSQgi6QkkulxRxWMy9Dyk4JPSv1UTzrlx8cQnvY4xdypvUgROmkcwvdSULmKKkmiEG67gsOcaYuMIJOkDNmywhwm6tawpLEgHk0YigKrygRiEGN/wCByrt26WuJlDnqohBvJArQg1fHDZDmXZEhZWHvEBLlRNEu1DR6mu+IbgtCRvJnqVaJiQocnLQgENXlFurHGiLpb+qEk6cRcCmUq+TdSlBvMZnJpcE5mj5w4RopAKiL/PVfV9Ypipgl2fYABwGyEk6AkgoISeYEBPOVQSgoIo+QWrt4QvDzBqdPygpQN4XL7m6W+ru3m29JIG0qAxMOrFbBNTeSCA6k84M5SSksxLhwR1Qyt2hhdPJBioFCnWRzFKUtd13AWVqvXiD3BntgkqTLSlZBUAzpASGctQMHZnYAO7AYREtzdvEDiJewfyx4ziIiXsHQHjOOlsrxX6FJaDiCCCPojMIIIIAIIIIATn9E8D7Ig4II4G1u9E0gEEEEcUuEYgggAggggAjMEEAEBgggAgggiQEYggiUDMEEEVAQQQRICCCCKsAYmLB/LHjOCCOxsrxX6FJ6DiCCCPojMIIIIA//2Q==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7660" name="AutoShape 12" descr="data:image/jpeg;base64,/9j/4AAQSkZJRgABAQAAAQABAAD/2wCEAAkGBhQSERQUExQVFRUVGBoVFxUWGBoXFhgXFxcaFhgcFRgXHCYeGBojGRUYHy8gIycpLCwsFR8xNTAqNSYrLCkBCQoKDgwOGg8PGikcHBwtLCwsKSosKSksKTUpKSksKS0sLCksKSwpLCkpKSktKSksKSwpKS8pKSkpLCkpNDUpKf/AABEIAOEA4QMBIgACEQEDEQH/xAAcAAABBAMBAAAAAAAAAAAAAAAAAwQFBgECBwj/xABHEAABAgMEBQcICAQGAwEAAAABAhEAAyEEEjFBBQZRYXETIjKBkaHwBxRSkrHB0eEWIzRCU3Oy8RUzYnIkNUOCk7Oio9IX/8QAGgEBAAMBAQEAAAAAAAAAAAAAAAECAwUEBv/EADMRAAIBAgMFBwMCBwAAAAAAAAABAgMRBCExBRIUUVITMjNBcZGhFWGBIkIjscHR4fDx/9oADAMBAAIRAxEAPwDuMEEEAMtNfZ535a/0GOICO36a+zzvy1/oMcQEevDaMGYIII9YFZVnJBOyEiIltDy+aT3boY6Qk3VUwNRGKqWnZkXG8EEK8sOTutV3dhuxo9G2tWNiRKMQ+8+TfQrkwQnFJZjTCgwo7mtcYwbekLUpMtLFISEliAwSHwqaH1ogDKMw486HJcncDuTfYPW6wwwDH1oVmW5JmBXJhgm7cYM90pfmgZl9tMYAYxmHQtibsxNwOsgg05orSofPJsIJlrSeT+rAudI057NiGbI8X7VwNIzDmfaUq5RkNfZv6WIJbix7YUl29ImJUZYYJIKWFVEF1VDYmgbKFwMYzGyJjKBxYuxFDV2Ih0Lal5vMAC03Uhk8xmAxFSwqaHGAGUEOl2sGWlFwApreo5qo1psUB/tjNptaVLUoIACksAGoaVDCmHfC4GsEOlWtP1fMHMIJ6LFmcYOQSHq/SMJWmaFKcJuhgGGDgAHtIJ64XAlHXtSPsMjgr9ao5DHXtSPsMjgr9ao8+I7qBOwQQR4gEEEEAEEEEANtJSb8qYl2vIUl+KSPfHNfoEv8VHqn4x0+f0TwPsiEjmY3G1cM0qbtctFXKLP1NUgi9MSx+8xYHfWkLDURZH85HYfjFxnyQtJBziqHWXzVZRNBCRgcjXLYd0Y0tpYqsrRea+xayMSdXFyK30q3AERD6ds1HFMx7xFgkaYTaFm6ajI5iENN2AKlkinuPwjrUpVXG9R/qMnrkMrBqcqbLStM5DKD4H4wv9Al/io9UweTzSz8pZ1dJBvAbjiIukcbEbTxVKo43+DVJMpn0CX+KjsPxg+gS/xUeqfjFzgjH6xiua9huopn0CX+Kj1T8YPoEv8AFR6p+MXOMKUACSWAqTuAh9YxXP4G6imfQJf4qPVPxjP0CX+Kj1T8YsyNMyCHE6WQwVRQPNUWSccCaAxr/H7PX6+XQgHnChLAPvLjtG2LfVcZz+BuorX0CX+Kj1T8YPoEv8VHqmLSrSkoXXmo57XecOc5YNXM04wJ0tJJUBNlkovXheHNu9J60bPZD6rjOfwN1FX+gS/xUeqfjB9Al/io9U/GLR/FpLPyqGZJe8MF9E73ajYwmNO2dwOXluagXhXDDtHbD6tjOfwN1Fb+gS/xUeqfjGPoEv8AFR6p+MWgaXk8z62XzwCjnDnAlg21zQbY3l6SlKICZiFElSQAQXUjpDiMxlD6rjOfwN1FV+gS/wAVHqn4xj6Ar/FR6p+MWVOnbOXadLLYsoUw/wDpPrDbDuRaErSFIUFJOBSQQeyIe1sWtX8IbqKh9Al/io9U/GL9q1YTJs0uWSCUghxgXUT74aRL2DoDxnHswWOrYibjUd0lciSsOIIII6pQIIIIAIIIIATn9E8D7IhIm5/RPA+yISODtbvRNIhFX1y0YJiCWCqUGBfcYtEMNMS3Rg8eHBS3ay+5L0OWaHtCpa2SS6T0T00/ERfLNbUzpdek1d8U602fk7RdLKeqUrN1Qf8ADmYHgYsGjFjol0nK+LpHBQ5qu6Pq1kZtXRVdEWrzbSDpBAKmLnI0Lx2B45JprRakTeU2KdxWnFi8W7WzWg2fRSp6SRMWgIl7b6qP1Bz1Rw9oUXOpHd88iyyQ60trcZayiVKEy695Sl3E/wC1km80MpHlBwMyRzfSlTAs4O9whKm3xxix6Vm4qeYhwTKJUUGpJExCGdy5Y474yiTMSgqTfSokFA5Rgir80NgdhIpHqjs6kluy1KXlqeiNHadkTx9XMSo+i7KHFJrD6YKHKPPuqNgtVtmlElT3ectaxzJYJo6ksSTWgxbKOy6P1cMmXzpsyYoByEMgKIGAd1B/7gI5uIwtKjK2/wDjUvGTZGWbUghMv61lykykpWkMSmWXUlXOLoXSmRAMOLfqyV8uOUSnlZkmaDgU8lydHvZ8ljRnwpEFb/KJZZM4SZ1jtYnFmQoJWTewu/Wl3i36Imonoc2Yyq9GYlBLbeaVD9omo501vO/wSiu2TUxpUySJyFJmSpcpbAXgJSiQpLKZKilRf+rnDZD1OpqirnzBd5WfOF0Mp56SggkqNAFqyqW2RZU2eXLBUEoQAHJCUpoMXIEVnQflGk2yZOTZ0TFiSkKvc1JmEkhkBRGzEkYxiqtad3DRehNkKStVJgTIeYm/Z+TCTdN1QloXL5wvO5ExRd6Ft7u5mg1qnS5qil0ImoKQlgeVUlT9KjXBxqaRCJ8q0o2g2YWW18uKGXdlvQOa8ozNV8IuNhtfKICilSCQ91TOncbpIfgYrUdannLL/IyZVpWo6hKVK5QFMyVJlL5tfqTRSOdzXFGLsaw9sOqpl2gTgupKytIDIWVF0qZ6LCeaTmG2CH+sWn/NJXKmVNmIAJWZdx0AB3UFqTTg8ROr3lARbWMqz2gIJI5VaUJRT/eSa0oD8Lb9ecHLy/AyFrVqqpUyYsLAJny7SilAUITLuq51QQnGjE7okdA6IMhMxy5mTFzTkApanISKsPmc4jdbdfpGj7iZl5cyYHRLSzkOzqJokOe40iZVpIAdBZo/ND+lT/x7xGc3VcFvaP8AoMh7EvYP5Y8ZxERL2D+WPGcezZXiv0IloOIIII+iMwggggAggggBOf0TwPsiDicn9E8D7IhI4G1u9E0iEI2uVeQRuhaMKFDwjk05OMk0WOba1pSUi6ReBqMXHA+6GujwsIoVJcYJUoitBzVJaJ/TerAWlV4viWOfWKxU7FbZAlEMEnZeUSCNxPtj7GD3opmadi7WiygyUS5qCQzE3Ts2kDtjnumbabZOFkP8uSVKQlB6TJqHO4Hvi9auayS7RJIe8qX0nY0yUAaCkQti0UhFqFocpIWCkuQCS+Iq4YmlMTGUktWTfmVtOrnmyaS6EXgpQBIKqCoDAUY44igiu6Y0g7pS+e4ABwwCeb2beod00rqLKt0pK5U6bJLE3QykOWLKSasDk+ccxR5O7SLfLlzglSVLF5SSCi4DeUMOaCHLMO+KRUo3nN6Hrr14TgowVjo3k61eFksMpJA5SYOVmHN1hwD/AGpYdsWcwNEXrRpfzWyT55/05ZI/uZkDrUQOuPmZOVapfzkzzWsjmFgAt+sE+aKy7NzEtg6fqx3lao6/KlABhHNfItogpsypynvTllT7Ug3Qes3j1xbdeNbU2CzGZ0pq+ZJR6SyMx6IxPDfHrxadSsqUM7ZELLMjNbtIG1Tho+SeaQFWtafuyjhKByVMw3J4xU/IzITy9tKQAnlAkDJgVkAd0O9WdcbDZpKiuZOXOW8ybMMmY65qqkkthkNgEI+QsOi0K9KaP0v749Tg6dCcbWSt+eZHmaabl8lrNLOUyWO+UpPtRHW5QDBo5V5SU3NNaNmbbqeyYf8A7i86y6xeaWYKQL86YRLkS/TmKwf+kdI7hHmxEXUjSt5olEDrva1W2cNHSSyAy7WsfdRimUD6SsTu64n5ipGjrIZigEy5SWCRnklKRmSWA4vDbU7V3zeU6zemLJmTZhxXMVVRO7IDYBFM0vrzZrVbxyql+a2U/VBMtS0zZuBmG6GupwSOuJjDtH2ce7HX7/8ARpmV3XiwzFTLJPtA+vtM1ynKXLBQESkj+kKrvJjudh6A644trxrJJtlu0cmQVlKFpe8hSKrmoFArGiY7XYxzBwica32cLq2uXIRF4l7B0B4ziIiXsHQHjOLbK8V+gloOIIII+iMwggggAggggBOf0TwPsiEibtHRPA+yISOBtbvRNIhGIzGCWDxxixVddZ02UhUxNJaQ5OfAbzHC7VaJ1qnEoSSSXupDmnCpNMY7PrVpLzg8inoO1WY7STl1w00Lq3Jsyvq2el5ZDkbQmuD7Y+pwkpQpLf1PPO7lZEbqZq8qRZ1EsZk4XFMH5pY3ahr2NMgS8S1vuoS61CmRBXVW1jUY0eN9L6dSEtLGAcUAGzF2FBVt8VXSGkXvVYM90Z7Ksb2GUaZydzS2Vi76v6yiVLN4snEE7MKnMuO+HWrVu85nTZo6KOYDtUWKm4BvWjlVktE+1zUSJT3llm+6Etio7gH/AHjtehNEIsshElGCRU5qUeko8T7o8ePrqnS7NaslK7H8c08t+kz5vIsiOnaJgLDNKGA7VqT2GOlxyK2PpHWAnpSrEAkZi+n38oSW/oMczAx/ib70ir/2LSL9oaVKsNiBWQiXJli8o4AJAc73Pa8VjVWUvSNpVpCckpTVFlln7krNX9ytvHdCmtOpVstyBKXa0plAuJcuUwOy+St1N2bos+rGj5smWETVIU1AUI5MXQAALrnYcOyLylGEHNNOUv5AV01ITLs09foylq7EExQvIVL/AMKs7Zqu5KYuWtmi7TaJapUmciXLmIKFvLvrN6hY3gAGLYdcQOpmplq0eyET0LlFd5SVSudUAG6oLpgMXhTlHh5Rcs36kPUhvLf9XN0fO9BanPAoV7omdWJKrdP89mAhABRZkH7sr7yyPSWe4CJLXrU/+ICzJUWTKmFaxmpJS10bHLdsSFt0dPTKSmyzESiHBKpfKMGDXBeADb3iyrR7GME/1Zq/LMWzK/r3pxUxaNG2VTTJo+vmD/Sk58FKHcR6QizaF0FLkyUS0hkpF1I2Ae/N98VLVrUO02W0KnGemaZqgqaVy+erHBd+mPsi/TwvkzcIC2N0qF5IOTgEONziMq8oxShTeXP7krmzkvlBlA6d0egZBB/9i1e4R1uyjmDhHONKeTy1z7Yi1rtSeVRdutJZIu4Br+8vxi+aGROTLCZykqWH5yE3Aa05pJy3xbFSjKnBRknuohEhEvYOgPGcRES9g/ljxnG2yvFfoJaDiCCCPojMIIIIAIIIIATn9E8D7IhIm5/RPA+yISOBtbvRNIhFc1r0vdAkpPOVjkw+e6Jy22kS0KUThvzyjlWkNJBSzMmEh1EVOADGnHCMtn4btJb8tEVnKyLFoGwFXKMpnzLM5OYNTTN8459p3WhUu1clyt+WDdVdTcCFAswyVkXciLDrVrf5tZkSkKSubOAUHe9LSsVJyJrQv1Ujmdm0epU1SACQqvvx64+hUU82eeLzuWnSWmbh6LFJIGJxGT5wxsGjrbb1gSpa1CgKsEhsyrAR0XUTUOSuUidaHmrFEhZcADBxmeMdDlSQkAJASBgAwHYI5OI2gqbcYK7PSlcq+omoydHyyVELnL6a2oBjdS+T1Jzi1ExmCOJUqSqS3pal0jnsifpsTJqFGzFCiq5MILoDlilKWKiKUV1mJvU/VBFjlkB1LUby1q6S1nEnZwizNGY1niHKO6kkny8yLFIGnrSTbVpmJMqR50lJISSFIYyWYVHSBfpOBDew632gy3UoD6+UlamF6XJXLBvkjmlKl0C8AFVqIvoQMczm8a8gnYP3i/bw6BYpydZJ4oSOS86Mrzlg3IhBUkv0azPq77NSGum9bpqZUpVnmKWVm0iqEXjyQN0lP3gkg9HpAb4vglBmaMciMG74hV4XvuizKpadbyJ9muqQqSbqJyks1+ckqlEF3A5v/tD4RG2nXO0JUtF4XfOk3ZzJbzczzJKDlfBSa+jXfF95FOzvg5BOzvgq1NftFiiab1vtErzlKCCAQqXMuhpYQpKJqFZFTkM/4n9MO7ZrDN5S2oTOSgS02fklEJISZo5zv0g5FDFw5AbIzyI2bsYdvDpX+2Fimr1mtIQorBlKTPlSZ3NdMtBSCuZLLVQokEKOAXXCLBoDSgnJWUrKwlakOoAVSQCARRSXdjnEmJY2buqMIlAYBopUqQkrKNgbxL2DoDxnER4xiXsH8seM492yvFfoRLQcQQQR9EZhBBBABBBBADTSk0pkzVDFKFkcQkkRywa6Wjaj1BHT9Ok+bT2x5KZ+gxwGXpFV66QnqJ391ItGlRnnVjcktU/Tk2cU8oQfQSkAVbE/HIRVdJoTaZo5J+TCrt/0gmq1cCaDcI00tbSPq0q+smc1RH+nLOI3EjujVOkOTAloSGDVrhCNOKygrIosyJOjOXtN5nQgv2YCJzVpSpMxSriScBeS7VyeGNmtykPdSmpepMLp0tM9BHfG6pwa/UErFyl63z0vd5MOXogYxv8ATW0bUeoIpJ0xMfoo74yNLTPRR3xThcK/2L2L3ZdfppadqPUEH01tG1HqCKWdLL9FHfAdLTH6KO+HCYXoXsLsun01tG1HqCA662jaj1BFN/iq/RT3wDScw/dR3w4TC9C9hmXyfrJa0LuEy3u3qIpg+fCE/pVauT5R0M7dDeRXLFJzekUpek5mYSes++CXpKYaXQ3W3ZEcJhehexN2XaZrRak3HMsBeBuuwLGrYYiNkay2olYBlm4a81too/A90Uvzqaz3U04xoLfMzSketE8JhehewzLjI1vtK1JSDLdRADopXbC8rWO1qUpIMt048ymLbPa0UM6Tmj7qX4n3RqNMzPRR2qrEcJhehewuy7p1vtJCS8sBRYczY2LcfbG83Wm1JKw8s8mWUyKO92j7xFGVpWYPuo7TGP4xM9FPaYcJhehewuy/L1ktYuVl88gDm4EhJr1LTUPnmIStOtdqQq6oy3YGiQzEBQ7iIoi9NTac1NKCp7tkJq09MzQntVDhML0L2IzL19NbRtR6gjo+qtsVNskpa2vKBdgw6ahh1R59+kC8kI7VCO6+TqeV6Ns6lAAlKnAw/mLEVlRo086cUmCyQQQRQgIIIIAIIIIAY6b+zzvypn6DHFLNZATVhkPlsp3x2vTf2ad+VM/QY4L53VwSKYnOmRyHeeyNaZaJIW+UgpFxCSrC8BVvaRh7YhFoIJpXh7Xh6bWSQT259ZHveNJ67zPiBVQNfYxyjUhiKkCjAEin7RlCA9QDG6Jb1DKzzB6wa/tC8xAZ6EHDYNsLCw2uoYO71YDDgfGcKCVRmqMS3cIQZ1hsq9ePsjeZabpYBzEAWTZRsygElKcn4xqmY4D03fONXyoBEkmyVjBuyFi2yrbIbpTCyEVHjL94EisuQCK90K2azc6gz8OYJkpmzIY590O0IDOxZmLOcRXDcW/3RIsbWmbK5Pk+S54/1bxJbLmig29cRyJY2CuO3bDpdleqlAEgkM1ABR+ODb4ZlRphxiAZmWZIwHbTsaNjISzEDdn+8bijA57MevbChmhsXI/friSSMVJAOHw6oyqzpGAbsbrh0oJObDx2QkuSxbDxuiCBqQcGSd4wb4wmtIAJUaNhl+/VCyu5/DvGq5QP3gDWlD25QAgLMAggtSr7d3jZHcfJ3/ltn/tV/wBi44ouzrGIcGrhjTCO2eTz/LrO3oq/7FxnU0KsscEEEYkBBBBABBBBADDTw/ws/wDKmfoVHn4kls+yPQGny1ln/lTP0Kjz+ldK+Nka0wZSoF8j7YyPG/thCY+3gGjIVjewzMaAdS5xAO7bh1HKAzQaOxNecSO8YdcNROKqJoKV28NkKyrMH8OfjC5JumwkVBZ8lMH/ALVdEjshUSCmntxhWQipYlj4qMD1wtMmJcAgNuqG4E+/hE2JsNAg/vjAiWHr7IdKkpPROZcCorXY6RvLw3VLL58Rh1kQBsN2EOEIbEPCcgir5dnCHCZwIypV93v6oklCspBObnAcOvxWHVokBKQyiA/akDsqT3iNJM4UokZXk0erk87ZhxVxjM5bqGW8U5ocjxuEQWNVSnfO9QV+6Di5GBPuaGc2VdIFKgHeHANeow6nTAnc4c7kigGeJDdURk5RKi4ck5D2CJIYryrb+uEyh/DHr74EpdqePdCxFMBTtiAhuiQcSHG0d0JrWdh3Q6HNIIJFI0XLSc67REiw3VNo2D5UhrMVdO0M8PDYdh+JjC7FuEQRZic1d9AAdiMN+ffHaPJ6D/DrO+N1X/YqOLmzMaHqjteoaWsEjgr9aozqaFWT8EEEYkBBBBABBBBADDT32af+VM/QqPPYTnhSgxp749B6f+y2j8qZ+hUeeJs4EADFsso1pgUXaMhU7M4wLOSxU24D37TGZMoIpiYc3uEaWLGZMgE90OlyQkM7t2dUISQ3HbTHwIcyJoBdsIkkTEwg0jWYVbqQutjUMO3xlAEYPn4yiQMFpL0pnshzIJH9VcXY8ARlxeMKDjxSuBfxSMpSWp46xhAgdTV4GjHNhn4IjAG044Nj1g+2NpDUBrltZ8wPhCwltv2HFww+NOJgWE0LBAS7Mc8btDQDMqr/ALQIUNQ5wUfVSkCnH4QmZLB8Mq7+8wlUE1gBecqpQwGF7YAA4D5MMWzfGMIktQcS5brPD5CtYSQsk1OTVqdsb9EOK5sA7d1M8XEQQLGzA1NABwJzc0xOzIY5QjMYChJ68+ykbG1PiOrxnxjVAvHD3xJI2nLOUNLzY+PDRKz7AUh1ApfxQwwnIO7u8PECxqlWEbGaQM2hGXOI2dfujdcyjHu98Bc35R6DHxhHZtRfsEjgr9ao4mg87aMv3yjtmop/wEjgr9aoyqaFWyegggjIqEEEEAEEEEAR2sX2S0fkzP8ArVHnmy2ZgCY9E6bD2ad+Uv8AQY4AoGgfwN0aQJNUHZwhaXJJ2xqmlBiak/CM8r3ZRsBcIYkBTE8W6y0YCHo/jjGgXSFUqx3APAsLITdTXomtCMuEb2dN5QAJ4jtw3QimYOHt+cYFqZLB2OzsxxiQLLJJdIDVA2Y+14RuqKuPWwECDxGXCHFmJwq5wOzurAkcWeRQij4u7VyHx2B4eykhL3syGSCwwORNA1XOAbbDaTQ0e6HG282PEP2ncI0nWkgFwz5ULDFnOJOJiCRW86hR2rTDxlCc1hQt42wmi0nGu9n2UYZfKNUi8aPiasd59xiSLiNozPjdCshNHJqQGBej7W2uI3lLcsDSnaaAGmGfVCqmJqm82LbDXCofdQRANZRqAWVlQg/BQhRSEh2O0Ok1PUQ/jGGyVAs1BRmLt61AesCHImlhUYu5oD2unsMAhCdMUlIcljgC6T2HLryjRAC6th3vvhe1WXNsauxA6zUezjCBk3AC+JYCnWaE0iSRKfZBw8bqQyWhsRWJNMx6M/UPDQnOReq3d2xBDRFvXv8AHjOO2ag/5fZ39FX61RxxcgVy7I7HqGG0fI/tP61RlU0KssEEEEZFQggggAggggBjpw/4af8AlTP0GOAlQAwB3/tHftO/Zp/5Uz9BjgARVxg2ZjWmSjeUc6fKFuRHgxqhLCvwG94dWgAMk9eVccRjGpY0UkJp7K9kJkUp8o0Ua+PH7w4kCijjdHeTACa5TbKdVY0TuI35eyNVqqzF93teNkJrRz198SBZIBpsp1+6Hsk3GAzZ649eQ9nEwjIk1YkOQfjR8cO3cKqzqc0UyJ7+utXzI3QJFBMBUTQXTTbTEtuwA8FEpvZMctn75vtgkBtj4Q7uBTkEDb8t9YAbqsLj0WwBNXGze3thQyAGaiWq5wIAr39kKzpj9FgQqjMxUQ3ZjCE93qX2gYGmQGUAIqtLkOSWw3ZdvCFvPN2GG3qf5PCKUgnAbI2NmbNj7IAUKr3oqbMm6r/yd+2C0LuBKgQbwJLHnAgtzmrWrG9CC5KX6XYG740mYRBBIyrc4xwY4kM2909rl40moSlTMC7Fxl2AMe0w3kg8ma7jwxpCQSxYwJFpqUBJuqqThl1OxPCsIiURR6PwhwUghjDTkCACHbuJgDa0WcDjTGnt3R1vUT7BI4K/WqOSKtpIKcAWcNSlQwdgeEdc1G+wSOCv1qjOpoVkT0EEEYlQggggAggggBhp0/4af+VM/QqODJmDIx3rTdnMyzzkJxXLWkPQOpBA7zHEZfkutozl+v8AKIdenS77tclIbpmhJBd/GUJhd88SwGJc0h6fJhbdsv8A5PlGP/zO3gggygRUHlGI4UiOOodaLWZparKJdFnnUJSaEPWo4Q0Fr5t0GnjfDxXkvt5qpUsk5mYSe8RkeS+3bZXr/KHHYfrQGSQCNvs78euHchSQCo9QfHjs+AhUeTO27Zfr/KFF+Te2kAPKAGV/5Q47D9aFhohbjnHGvw8boXSHD0+MKHya23bL9f5Qsnyd20BgZbf3/KHHYfrQsIEgM7YeGaNuWegIA6oVPk9tpzlt/f8AKEj5N7a5rLb8z5RPHYfrRI6WuWmWAUMpzzrwpsIrxiPmzhgCKb4UX5Nrdtl/8nyjA8mdtrWV6/yiOOodaINU2kDP5RmbMCj44+2MjyaW3bL9f5QHya27bL/5PlDjqHWhZmZS05kUbCNJqkPTthQeTa27Uf8AJ8o3T5OLY9eT9f5RHHUOpCwlZVBiHGyMOOyFh5ObaHYy2/MPwjU+Ti24vL9f5RPHYfrRIqEA5irfOMWlQSGOGPgZRhPk6tu2X6/yjCvJzbDnL9f5Q47D9aAymkPjHYdRT/gJHBX61Ryc+TW27Zfr/KOtak6OXIsMmVMa+gKBYuKrUceBEFiKdXKDTKsnYIIIsVCCCCACCCCAE5/RPA+yIQRNz+ieB9kQkcDa3ej+TSAQRmMRxS4QRmMQBiMgwQQAPBGYxABBGYIAjNJ21UuZICaiYpUspAxVcUtBKj0RzC53vlD2zoUEgLUFKzU10dmQjE2yJUtCy95D3ecWF4MaYEtSA2QcmZfOukFJ5xvMcec74HF40vGyQIiz6TmcnJmlQUmfMuhBSEkS1lRQRXEICVF3o+DQ7OnpdSyiApCHCSxM3o3cy9DwUNsKnQ8opukEi4ZYJUSQgi6QkkulxRxWMy9Dyk4JPSv1UTzrlx8cQnvY4xdypvUgROmkcwvdSULmKKkmiEG67gsOcaYuMIJOkDNmywhwm6tawpLEgHk0YigKrygRiEGN/wCByrt26WuJlDnqohBvJArQg1fHDZDmXZEhZWHvEBLlRNEu1DR6mu+IbgtCRvJnqVaJiQocnLQgENXlFurHGiLpb+qEk6cRcCmUq+TdSlBvMZnJpcE5mj5w4RopAKiL/PVfV9Ypipgl2fYABwGyEk6AkgoISeYEBPOVQSgoIo+QWrt4QvDzBqdPygpQN4XL7m6W+ru3m29JIG0qAxMOrFbBNTeSCA6k84M5SSksxLhwR1Qyt2hhdPJBioFCnWRzFKUtd13AWVqvXiD3BntgkqTLSlZBUAzpASGctQMHZnYAO7AYREtzdvEDiJewfyx4ziIiXsHQHjOOlsrxX6FJaDiCCCPojMIIIIAIIIIATn9E8D7Ig4II4G1u9E0gEEEEcUuEYgggAggggAjMEEAEBgggAgggiQEYggiUDMEEEVAQQQRICCCCKsAYmLB/LHjOCCOxsrxX6FJ6DiCCCPojMIIIIA//2Q=="/>
          <p:cNvSpPr>
            <a:spLocks noChangeAspect="1" noChangeArrowheads="1"/>
          </p:cNvSpPr>
          <p:nvPr/>
        </p:nvSpPr>
        <p:spPr bwMode="auto">
          <a:xfrm>
            <a:off x="63500" y="-1038225"/>
            <a:ext cx="2143125" cy="2143125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1026" name="Picture 2" descr="Image result for computer organization and architecture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2648" y="1608826"/>
            <a:ext cx="3883152" cy="51377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Picture 2" descr="Image result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74913" y="1600200"/>
            <a:ext cx="3891135" cy="51249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Assessment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Final Exam 50%</a:t>
            </a:r>
          </a:p>
          <a:p>
            <a:r>
              <a:rPr lang="en-US" dirty="0"/>
              <a:t>Continuous Assessments : 50%</a:t>
            </a:r>
          </a:p>
          <a:p>
            <a:pPr lvl="1"/>
            <a:r>
              <a:rPr lang="en-US" dirty="0"/>
              <a:t>Test: 20%</a:t>
            </a:r>
          </a:p>
          <a:p>
            <a:pPr lvl="2"/>
            <a:r>
              <a:rPr lang="en-US" dirty="0"/>
              <a:t> Week 7</a:t>
            </a:r>
          </a:p>
          <a:p>
            <a:pPr lvl="1"/>
            <a:r>
              <a:rPr lang="en-US" dirty="0"/>
              <a:t>Tutorial – 10%</a:t>
            </a:r>
          </a:p>
          <a:p>
            <a:pPr lvl="1"/>
            <a:r>
              <a:rPr lang="en-US" dirty="0"/>
              <a:t>Assignment (LAB) – 20%</a:t>
            </a:r>
          </a:p>
          <a:p>
            <a:pPr lvl="1"/>
            <a:endParaRPr lang="en-US" dirty="0"/>
          </a:p>
          <a:p>
            <a:endParaRPr lang="en-US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dirty="0"/>
              <a:t>Synopsis of Course Contents</a:t>
            </a:r>
          </a:p>
        </p:txBody>
      </p:sp>
      <p:sp>
        <p:nvSpPr>
          <p:cNvPr id="6147" name="Content Placeholder 2"/>
          <p:cNvSpPr>
            <a:spLocks noGrp="1"/>
          </p:cNvSpPr>
          <p:nvPr>
            <p:ph idx="1"/>
          </p:nvPr>
        </p:nvSpPr>
        <p:spPr>
          <a:xfrm>
            <a:off x="1295400" y="1524000"/>
            <a:ext cx="6873875" cy="4572000"/>
          </a:xfrm>
        </p:spPr>
        <p:txBody>
          <a:bodyPr>
            <a:noAutofit/>
          </a:bodyPr>
          <a:lstStyle/>
          <a:p>
            <a:r>
              <a:rPr lang="ms-MY" sz="2800" dirty="0"/>
              <a:t>Basic of Computer Architecture </a:t>
            </a:r>
          </a:p>
          <a:p>
            <a:r>
              <a:rPr lang="ms-MY" sz="2800" dirty="0"/>
              <a:t>Performance</a:t>
            </a:r>
          </a:p>
          <a:p>
            <a:r>
              <a:rPr lang="ms-MY" sz="2800" dirty="0"/>
              <a:t>CPU and Bus System</a:t>
            </a:r>
          </a:p>
          <a:p>
            <a:r>
              <a:rPr lang="en-US" sz="2800" dirty="0"/>
              <a:t>Cache</a:t>
            </a:r>
          </a:p>
          <a:p>
            <a:r>
              <a:rPr lang="en-US" sz="2800" dirty="0"/>
              <a:t>Internal Memory</a:t>
            </a:r>
          </a:p>
          <a:p>
            <a:r>
              <a:rPr lang="en-US" sz="2800" dirty="0"/>
              <a:t>External Memory</a:t>
            </a:r>
          </a:p>
          <a:p>
            <a:r>
              <a:rPr lang="en-US" sz="2800" dirty="0"/>
              <a:t>Input/ Output </a:t>
            </a:r>
          </a:p>
          <a:p>
            <a:r>
              <a:rPr lang="en-US" sz="2800" dirty="0"/>
              <a:t>ISA</a:t>
            </a:r>
          </a:p>
          <a:p>
            <a:r>
              <a:rPr lang="en-US" sz="2800" dirty="0"/>
              <a:t>Pipeline/ Parallel Processing</a:t>
            </a:r>
          </a:p>
          <a:p>
            <a:r>
              <a:rPr lang="en-US" sz="2800" dirty="0"/>
              <a:t>Assembly Language </a:t>
            </a:r>
          </a:p>
          <a:p>
            <a:endParaRPr lang="ms-MY" sz="2800" dirty="0"/>
          </a:p>
          <a:p>
            <a:pPr>
              <a:buNone/>
            </a:pPr>
            <a:endParaRPr lang="en-US" sz="2800" u="sng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endParaRPr lang="en-US" sz="6000" dirty="0"/>
          </a:p>
          <a:p>
            <a:pPr marL="0" indent="0" algn="ctr">
              <a:buNone/>
            </a:pPr>
            <a:r>
              <a:rPr lang="en-US" sz="6000" dirty="0"/>
              <a:t>Question?</a:t>
            </a:r>
          </a:p>
        </p:txBody>
      </p:sp>
    </p:spTree>
    <p:extLst>
      <p:ext uri="{BB962C8B-B14F-4D97-AF65-F5344CB8AC3E}">
        <p14:creationId xmlns:p14="http://schemas.microsoft.com/office/powerpoint/2010/main" val="1047908205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Median">
  <a:themeElements>
    <a:clrScheme name="Median">
      <a:dk1>
        <a:sysClr val="windowText" lastClr="000000"/>
      </a:dk1>
      <a:lt1>
        <a:sysClr val="window" lastClr="FFFFFF"/>
      </a:lt1>
      <a:dk2>
        <a:srgbClr val="775F55"/>
      </a:dk2>
      <a:lt2>
        <a:srgbClr val="EBDDC3"/>
      </a:lt2>
      <a:accent1>
        <a:srgbClr val="94B6D2"/>
      </a:accent1>
      <a:accent2>
        <a:srgbClr val="DD8047"/>
      </a:accent2>
      <a:accent3>
        <a:srgbClr val="A5AB81"/>
      </a:accent3>
      <a:accent4>
        <a:srgbClr val="D8B25C"/>
      </a:accent4>
      <a:accent5>
        <a:srgbClr val="7BA79D"/>
      </a:accent5>
      <a:accent6>
        <a:srgbClr val="968C8C"/>
      </a:accent6>
      <a:hlink>
        <a:srgbClr val="F7B615"/>
      </a:hlink>
      <a:folHlink>
        <a:srgbClr val="704404"/>
      </a:folHlink>
    </a:clrScheme>
    <a:fontScheme name="Median">
      <a:majorFont>
        <a:latin typeface="Tw Cen MT"/>
        <a:ea typeface=""/>
        <a:cs typeface=""/>
        <a:font script="Grek" typeface="Calibri"/>
        <a:font script="Cyrl" typeface="Calibri"/>
        <a:font script="Jpan" typeface="HGPｺﾞｼｯｸE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ajorFont>
      <a:minorFont>
        <a:latin typeface="Tw Cen MT"/>
        <a:ea typeface=""/>
        <a:cs typeface=""/>
        <a:font script="Grek" typeface="Calibri"/>
        <a:font script="Cyrl" typeface="Calibri"/>
        <a:font script="Jpan" typeface="HGPｺﾞｼｯｸE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inorFont>
    </a:fontScheme>
    <a:fmtScheme name="Median">
      <a:fillStyleLst>
        <a:solidFill>
          <a:schemeClr val="phClr"/>
        </a:solidFill>
        <a:solidFill>
          <a:schemeClr val="phClr">
            <a:tint val="50000"/>
          </a:schemeClr>
        </a:solidFill>
        <a:solidFill>
          <a:schemeClr val="phClr"/>
        </a:solidFill>
      </a:fillStyleLst>
      <a:lnStyleLst>
        <a:ln w="100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47625" cap="flat" cmpd="dbl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300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38100" dist="300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  <a:scene3d>
            <a:camera prst="isometricTopDown" fov="0">
              <a:rot lat="0" lon="0" rev="0"/>
            </a:camera>
            <a:lightRig rig="balanced" dir="t">
              <a:rot lat="0" lon="0" rev="13800000"/>
            </a:lightRig>
          </a:scene3d>
          <a:sp3d extrusionH="12700" prstMaterial="plastic">
            <a:bevelT w="38100" h="25400" prst="softRound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blipFill>
          <a:blip xmlns:r="http://schemas.openxmlformats.org/officeDocument/2006/relationships" r:embed="rId1">
            <a:duotone>
              <a:schemeClr val="phClr">
                <a:shade val="90000"/>
                <a:satMod val="140000"/>
              </a:schemeClr>
              <a:schemeClr val="phClr">
                <a:satMod val="120000"/>
              </a:schemeClr>
            </a:duotone>
          </a:blip>
          <a:tile tx="0" ty="0" sx="100000" sy="100000" flip="none" algn="tl"/>
        </a:blipFill>
        <a:blipFill>
          <a:blip xmlns:r="http://schemas.openxmlformats.org/officeDocument/2006/relationships" r:embed="rId2">
            <a:duotone>
              <a:schemeClr val="phClr">
                <a:shade val="90000"/>
                <a:satMod val="140000"/>
              </a:schemeClr>
              <a:schemeClr val="phClr">
                <a:satMod val="120000"/>
              </a:schemeClr>
            </a:duotone>
          </a:blip>
          <a:tile tx="0" ty="0" sx="100000" sy="100000" flip="none" algn="tl"/>
        </a:blip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Median</Template>
  <TotalTime>819</TotalTime>
  <Words>224</Words>
  <Application>Microsoft Office PowerPoint</Application>
  <PresentationFormat>On-screen Show (4:3)</PresentationFormat>
  <Paragraphs>42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Tw Cen MT</vt:lpstr>
      <vt:lpstr>Wingdings</vt:lpstr>
      <vt:lpstr>Wingdings 2</vt:lpstr>
      <vt:lpstr>Median</vt:lpstr>
      <vt:lpstr>WIA1003 COMPUTER SYSTEM aRCHITECTURE  Sem 2, 2025/2026</vt:lpstr>
      <vt:lpstr>Class (Lecture)</vt:lpstr>
      <vt:lpstr>Tutorial &amp; Lab</vt:lpstr>
      <vt:lpstr>References</vt:lpstr>
      <vt:lpstr>Assessment </vt:lpstr>
      <vt:lpstr>Synopsis of Course Contents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Wxet 3104 Multimedia programming</dc:title>
  <dc:creator>ainuddin</dc:creator>
  <cp:lastModifiedBy>TEY KOK SOON</cp:lastModifiedBy>
  <cp:revision>54</cp:revision>
  <dcterms:created xsi:type="dcterms:W3CDTF">2012-01-16T04:45:47Z</dcterms:created>
  <dcterms:modified xsi:type="dcterms:W3CDTF">2026-03-02T10:30:38Z</dcterms:modified>
</cp:coreProperties>
</file>